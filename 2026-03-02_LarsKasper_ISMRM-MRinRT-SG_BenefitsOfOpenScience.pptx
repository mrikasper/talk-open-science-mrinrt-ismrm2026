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94" r:id="rId4"/>
    <p:sldMasterId id="2147483953" r:id="rId5"/>
  </p:sldMasterIdLst>
  <p:notesMasterIdLst>
    <p:notesMasterId r:id="rId20"/>
  </p:notesMasterIdLst>
  <p:sldIdLst>
    <p:sldId id="564" r:id="rId6"/>
    <p:sldId id="257" r:id="rId7"/>
    <p:sldId id="571" r:id="rId8"/>
    <p:sldId id="568" r:id="rId9"/>
    <p:sldId id="279" r:id="rId10"/>
    <p:sldId id="569" r:id="rId11"/>
    <p:sldId id="576" r:id="rId12"/>
    <p:sldId id="579" r:id="rId13"/>
    <p:sldId id="577" r:id="rId14"/>
    <p:sldId id="570" r:id="rId15"/>
    <p:sldId id="578" r:id="rId16"/>
    <p:sldId id="566" r:id="rId17"/>
    <p:sldId id="573" r:id="rId18"/>
    <p:sldId id="580" r:id="rId19"/>
  </p:sldIdLst>
  <p:sldSz cx="12187238" cy="6858000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>
          <p15:clr>
            <a:srgbClr val="A4A3A4"/>
          </p15:clr>
        </p15:guide>
        <p15:guide id="2" orient="horz" pos="1275">
          <p15:clr>
            <a:srgbClr val="A4A3A4"/>
          </p15:clr>
        </p15:guide>
        <p15:guide id="3" orient="horz" pos="3929">
          <p15:clr>
            <a:srgbClr val="A4A3A4"/>
          </p15:clr>
        </p15:guide>
        <p15:guide id="4" orient="horz" pos="2160">
          <p15:clr>
            <a:srgbClr val="A4A3A4"/>
          </p15:clr>
        </p15:guide>
        <p15:guide id="5" orient="horz" pos="3045">
          <p15:clr>
            <a:srgbClr val="A4A3A4"/>
          </p15:clr>
        </p15:guide>
        <p15:guide id="6" orient="horz" pos="4269">
          <p15:clr>
            <a:srgbClr val="A4A3A4"/>
          </p15:clr>
        </p15:guide>
        <p15:guide id="7" orient="horz" pos="3974">
          <p15:clr>
            <a:srgbClr val="A4A3A4"/>
          </p15:clr>
        </p15:guide>
        <p15:guide id="8" orient="horz" pos="297">
          <p15:clr>
            <a:srgbClr val="A4A3A4"/>
          </p15:clr>
        </p15:guide>
        <p15:guide id="9" pos="272">
          <p15:clr>
            <a:srgbClr val="A4A3A4"/>
          </p15:clr>
        </p15:guide>
        <p15:guide id="10" pos="7405">
          <p15:clr>
            <a:srgbClr val="A4A3A4"/>
          </p15:clr>
        </p15:guide>
        <p15:guide id="11" pos="3839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B4DA0A9-80F9-2801-EC4E-57C7A7BC0989}" name="Emily Davis" initials="ED" userId="S::emily.davis@utoronto.ca::6be07b09-68f6-4882-9721-9ec8f042514f" providerId="AD"/>
  <p188:author id="{38E7F2EB-7974-5C0D-E6B4-51B602C689A1}" name="Lars Kasper" initials="LK" userId="S::lars.kasper@utoronto.ca::b9e79814-f486-4b25-bf06-caeffc162c3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4" name="Maria Engel" initials="ME" lastIdx="33" clrIdx="0"/>
  <p:cmAuthor id="45" name="Lars Kasper" initials="LK" lastIdx="1" clrIdx="1">
    <p:extLst>
      <p:ext uri="{19B8F6BF-5375-455C-9EA6-DF929625EA0E}">
        <p15:presenceInfo xmlns:p15="http://schemas.microsoft.com/office/powerpoint/2012/main" userId="S::lars.kasper@utoronto.ca::b9e79814-f486-4b25-bf06-caeffc162c3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3E34"/>
    <a:srgbClr val="6B99C7"/>
    <a:srgbClr val="2F48F1"/>
    <a:srgbClr val="F3A858"/>
    <a:srgbClr val="7FF239"/>
    <a:srgbClr val="80F233"/>
    <a:srgbClr val="0432FF"/>
    <a:srgbClr val="215FA9"/>
    <a:srgbClr val="337ABC"/>
    <a:srgbClr val="EA4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1420" autoAdjust="0"/>
  </p:normalViewPr>
  <p:slideViewPr>
    <p:cSldViewPr snapToGrid="0">
      <p:cViewPr varScale="1">
        <p:scale>
          <a:sx n="111" d="100"/>
          <a:sy n="111" d="100"/>
        </p:scale>
        <p:origin x="1536" y="102"/>
      </p:cViewPr>
      <p:guideLst>
        <p:guide orient="horz" pos="391"/>
        <p:guide orient="horz" pos="1275"/>
        <p:guide orient="horz" pos="3929"/>
        <p:guide orient="horz" pos="2160"/>
        <p:guide orient="horz" pos="3045"/>
        <p:guide orient="horz" pos="4269"/>
        <p:guide orient="horz" pos="3974"/>
        <p:guide orient="horz" pos="297"/>
        <p:guide pos="272"/>
        <p:guide pos="7405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rs Kasper" userId="S::lars.kasper@utoronto.ca::b9e79814-f486-4b25-bf06-caeffc162c33" providerId="AD" clId="Web-{96C4A85E-7E17-6AEA-F49E-C4D4E00E954A}"/>
    <pc:docChg chg="sldOrd">
      <pc:chgData name="Lars Kasper" userId="S::lars.kasper@utoronto.ca::b9e79814-f486-4b25-bf06-caeffc162c33" providerId="AD" clId="Web-{96C4A85E-7E17-6AEA-F49E-C4D4E00E954A}" dt="2025-10-24T21:22:20.385" v="0"/>
      <pc:docMkLst>
        <pc:docMk/>
      </pc:docMkLst>
      <pc:sldChg chg="ord">
        <pc:chgData name="Lars Kasper" userId="S::lars.kasper@utoronto.ca::b9e79814-f486-4b25-bf06-caeffc162c33" providerId="AD" clId="Web-{96C4A85E-7E17-6AEA-F49E-C4D4E00E954A}" dt="2025-10-24T21:22:20.385" v="0"/>
        <pc:sldMkLst>
          <pc:docMk/>
          <pc:sldMk cId="3446599697" sldId="5956"/>
        </pc:sldMkLst>
      </pc:sldChg>
    </pc:docChg>
  </pc:docChgLst>
  <pc:docChgLst>
    <pc:chgData name="Lars Kasper" userId="b9e79814-f486-4b25-bf06-caeffc162c33" providerId="ADAL" clId="{E8FEE4C5-62FC-4B08-AED0-397721436883}"/>
    <pc:docChg chg="undo redo custSel addSld delSld modSld sldOrd delMainMaster modMainMaster">
      <pc:chgData name="Lars Kasper" userId="b9e79814-f486-4b25-bf06-caeffc162c33" providerId="ADAL" clId="{E8FEE4C5-62FC-4B08-AED0-397721436883}" dt="2026-03-02T20:40:07.396" v="10681" actId="20577"/>
      <pc:docMkLst>
        <pc:docMk/>
      </pc:docMkLst>
      <pc:sldChg chg="modSp add mod modNotesTx">
        <pc:chgData name="Lars Kasper" userId="b9e79814-f486-4b25-bf06-caeffc162c33" providerId="ADAL" clId="{E8FEE4C5-62FC-4B08-AED0-397721436883}" dt="2026-03-02T17:12:33.431" v="3921" actId="20577"/>
        <pc:sldMkLst>
          <pc:docMk/>
          <pc:sldMk cId="1103506591" sldId="257"/>
        </pc:sldMkLst>
        <pc:spChg chg="mod">
          <ac:chgData name="Lars Kasper" userId="b9e79814-f486-4b25-bf06-caeffc162c33" providerId="ADAL" clId="{E8FEE4C5-62FC-4B08-AED0-397721436883}" dt="2026-03-02T15:28:56.979" v="2333" actId="20577"/>
          <ac:spMkLst>
            <pc:docMk/>
            <pc:sldMk cId="1103506591" sldId="257"/>
            <ac:spMk id="6" creationId="{00000000-0000-0000-0000-000000000000}"/>
          </ac:spMkLst>
        </pc:spChg>
      </pc:sldChg>
      <pc:sldChg chg="del">
        <pc:chgData name="Lars Kasper" userId="b9e79814-f486-4b25-bf06-caeffc162c33" providerId="ADAL" clId="{E8FEE4C5-62FC-4B08-AED0-397721436883}" dt="2026-02-26T18:12:18.610" v="274" actId="47"/>
        <pc:sldMkLst>
          <pc:docMk/>
          <pc:sldMk cId="0" sldId="267"/>
        </pc:sldMkLst>
      </pc:sldChg>
      <pc:sldChg chg="del">
        <pc:chgData name="Lars Kasper" userId="b9e79814-f486-4b25-bf06-caeffc162c33" providerId="ADAL" clId="{E8FEE4C5-62FC-4B08-AED0-397721436883}" dt="2026-02-26T18:12:18.610" v="274" actId="47"/>
        <pc:sldMkLst>
          <pc:docMk/>
          <pc:sldMk cId="0" sldId="270"/>
        </pc:sldMkLst>
      </pc:sldChg>
      <pc:sldChg chg="delSp modSp add mod ord setBg delDesignElem modShow">
        <pc:chgData name="Lars Kasper" userId="b9e79814-f486-4b25-bf06-caeffc162c33" providerId="ADAL" clId="{E8FEE4C5-62FC-4B08-AED0-397721436883}" dt="2026-03-02T20:28:21.185" v="9806" actId="20577"/>
        <pc:sldMkLst>
          <pc:docMk/>
          <pc:sldMk cId="276407394" sldId="279"/>
        </pc:sldMkLst>
        <pc:spChg chg="mod">
          <ac:chgData name="Lars Kasper" userId="b9e79814-f486-4b25-bf06-caeffc162c33" providerId="ADAL" clId="{E8FEE4C5-62FC-4B08-AED0-397721436883}" dt="2026-03-02T17:46:54.915" v="5035" actId="20577"/>
          <ac:spMkLst>
            <pc:docMk/>
            <pc:sldMk cId="276407394" sldId="279"/>
            <ac:spMk id="2" creationId="{A9F378DE-DF2F-77C7-822F-C7EBD1496681}"/>
          </ac:spMkLst>
        </pc:spChg>
        <pc:spChg chg="del">
          <ac:chgData name="Lars Kasper" userId="b9e79814-f486-4b25-bf06-caeffc162c33" providerId="ADAL" clId="{E8FEE4C5-62FC-4B08-AED0-397721436883}" dt="2026-03-02T17:31:04.085" v="4302"/>
          <ac:spMkLst>
            <pc:docMk/>
            <pc:sldMk cId="276407394" sldId="279"/>
            <ac:spMk id="9" creationId="{B7615419-AF88-1DE2-61CA-4E2DAEFB3590}"/>
          </ac:spMkLst>
        </pc:spChg>
        <pc:spChg chg="del">
          <ac:chgData name="Lars Kasper" userId="b9e79814-f486-4b25-bf06-caeffc162c33" providerId="ADAL" clId="{E8FEE4C5-62FC-4B08-AED0-397721436883}" dt="2026-03-02T17:31:04.085" v="4302"/>
          <ac:spMkLst>
            <pc:docMk/>
            <pc:sldMk cId="276407394" sldId="279"/>
            <ac:spMk id="11" creationId="{039F7E89-44BF-469F-C77A-755F71A497C9}"/>
          </ac:spMkLst>
        </pc:spChg>
        <pc:spChg chg="mod">
          <ac:chgData name="Lars Kasper" userId="b9e79814-f486-4b25-bf06-caeffc162c33" providerId="ADAL" clId="{E8FEE4C5-62FC-4B08-AED0-397721436883}" dt="2026-03-02T20:28:21.185" v="9806" actId="20577"/>
          <ac:spMkLst>
            <pc:docMk/>
            <pc:sldMk cId="276407394" sldId="279"/>
            <ac:spMk id="12" creationId="{171C043A-3D74-947B-DD40-191A11583956}"/>
          </ac:spMkLst>
        </pc:spChg>
        <pc:spChg chg="del">
          <ac:chgData name="Lars Kasper" userId="b9e79814-f486-4b25-bf06-caeffc162c33" providerId="ADAL" clId="{E8FEE4C5-62FC-4B08-AED0-397721436883}" dt="2026-03-02T17:31:04.085" v="4302"/>
          <ac:spMkLst>
            <pc:docMk/>
            <pc:sldMk cId="276407394" sldId="279"/>
            <ac:spMk id="13" creationId="{7F4FB55C-E0AD-51DD-0DFE-0AA4F90676B2}"/>
          </ac:spMkLst>
        </pc:spChg>
        <pc:graphicFrameChg chg="mod modGraphic">
          <ac:chgData name="Lars Kasper" userId="b9e79814-f486-4b25-bf06-caeffc162c33" providerId="ADAL" clId="{E8FEE4C5-62FC-4B08-AED0-397721436883}" dt="2026-03-02T18:48:12.081" v="6718" actId="5793"/>
          <ac:graphicFrameMkLst>
            <pc:docMk/>
            <pc:sldMk cId="276407394" sldId="279"/>
            <ac:graphicFrameMk id="6" creationId="{86BCA94B-FF02-DA1C-292B-CF541549F9B1}"/>
          </ac:graphicFrameMkLst>
        </pc:graphicFrameChg>
      </pc:sldChg>
      <pc:sldChg chg="addSp modSp mod modNotesTx">
        <pc:chgData name="Lars Kasper" userId="b9e79814-f486-4b25-bf06-caeffc162c33" providerId="ADAL" clId="{E8FEE4C5-62FC-4B08-AED0-397721436883}" dt="2026-03-02T20:27:52.441" v="9771" actId="6549"/>
        <pc:sldMkLst>
          <pc:docMk/>
          <pc:sldMk cId="4208498553" sldId="564"/>
        </pc:sldMkLst>
        <pc:spChg chg="mod">
          <ac:chgData name="Lars Kasper" userId="b9e79814-f486-4b25-bf06-caeffc162c33" providerId="ADAL" clId="{E8FEE4C5-62FC-4B08-AED0-397721436883}" dt="2026-03-02T15:28:45.436" v="2322" actId="14100"/>
          <ac:spMkLst>
            <pc:docMk/>
            <pc:sldMk cId="4208498553" sldId="564"/>
            <ac:spMk id="2" creationId="{00000000-0000-0000-0000-000000000000}"/>
          </ac:spMkLst>
        </pc:spChg>
        <pc:spChg chg="mod">
          <ac:chgData name="Lars Kasper" userId="b9e79814-f486-4b25-bf06-caeffc162c33" providerId="ADAL" clId="{E8FEE4C5-62FC-4B08-AED0-397721436883}" dt="2026-03-02T16:44:54.019" v="3305" actId="20577"/>
          <ac:spMkLst>
            <pc:docMk/>
            <pc:sldMk cId="4208498553" sldId="564"/>
            <ac:spMk id="6" creationId="{00000000-0000-0000-0000-000000000000}"/>
          </ac:spMkLst>
        </pc:spChg>
        <pc:spChg chg="add mod">
          <ac:chgData name="Lars Kasper" userId="b9e79814-f486-4b25-bf06-caeffc162c33" providerId="ADAL" clId="{E8FEE4C5-62FC-4B08-AED0-397721436883}" dt="2026-03-02T20:27:52.441" v="9771" actId="6549"/>
          <ac:spMkLst>
            <pc:docMk/>
            <pc:sldMk cId="4208498553" sldId="564"/>
            <ac:spMk id="7" creationId="{2336CD2E-CEA0-4A02-B4A2-FAABCEF53A3D}"/>
          </ac:spMkLst>
        </pc:spChg>
      </pc:sldChg>
      <pc:sldChg chg="modSp new del mod modNotesTx">
        <pc:chgData name="Lars Kasper" userId="b9e79814-f486-4b25-bf06-caeffc162c33" providerId="ADAL" clId="{E8FEE4C5-62FC-4B08-AED0-397721436883}" dt="2026-03-02T17:12:37.973" v="3922" actId="47"/>
        <pc:sldMkLst>
          <pc:docMk/>
          <pc:sldMk cId="1692715615" sldId="565"/>
        </pc:sldMkLst>
        <pc:spChg chg="mod">
          <ac:chgData name="Lars Kasper" userId="b9e79814-f486-4b25-bf06-caeffc162c33" providerId="ADAL" clId="{E8FEE4C5-62FC-4B08-AED0-397721436883}" dt="2026-02-26T18:12:58.119" v="282" actId="20577"/>
          <ac:spMkLst>
            <pc:docMk/>
            <pc:sldMk cId="1692715615" sldId="565"/>
            <ac:spMk id="2" creationId="{FCA9B5EA-02C5-471F-BF79-A5E97B7A6918}"/>
          </ac:spMkLst>
        </pc:spChg>
      </pc:sldChg>
      <pc:sldChg chg="modSp new mod">
        <pc:chgData name="Lars Kasper" userId="b9e79814-f486-4b25-bf06-caeffc162c33" providerId="ADAL" clId="{E8FEE4C5-62FC-4B08-AED0-397721436883}" dt="2026-03-02T20:25:20.658" v="9697" actId="6549"/>
        <pc:sldMkLst>
          <pc:docMk/>
          <pc:sldMk cId="2976296133" sldId="566"/>
        </pc:sldMkLst>
        <pc:spChg chg="mod">
          <ac:chgData name="Lars Kasper" userId="b9e79814-f486-4b25-bf06-caeffc162c33" providerId="ADAL" clId="{E8FEE4C5-62FC-4B08-AED0-397721436883}" dt="2026-03-02T19:56:59.090" v="9530" actId="20577"/>
          <ac:spMkLst>
            <pc:docMk/>
            <pc:sldMk cId="2976296133" sldId="566"/>
            <ac:spMk id="2" creationId="{04A5CA21-CFEB-4616-8E06-4085022AFCE7}"/>
          </ac:spMkLst>
        </pc:spChg>
        <pc:spChg chg="mod">
          <ac:chgData name="Lars Kasper" userId="b9e79814-f486-4b25-bf06-caeffc162c33" providerId="ADAL" clId="{E8FEE4C5-62FC-4B08-AED0-397721436883}" dt="2026-03-02T20:25:20.658" v="9697" actId="6549"/>
          <ac:spMkLst>
            <pc:docMk/>
            <pc:sldMk cId="2976296133" sldId="566"/>
            <ac:spMk id="3" creationId="{9CE6CF3F-1FA6-473E-8CDD-5B70A35C0E02}"/>
          </ac:spMkLst>
        </pc:spChg>
      </pc:sldChg>
      <pc:sldChg chg="new del">
        <pc:chgData name="Lars Kasper" userId="b9e79814-f486-4b25-bf06-caeffc162c33" providerId="ADAL" clId="{E8FEE4C5-62FC-4B08-AED0-397721436883}" dt="2026-02-27T14:38:29.512" v="288" actId="47"/>
        <pc:sldMkLst>
          <pc:docMk/>
          <pc:sldMk cId="2987992333" sldId="567"/>
        </pc:sldMkLst>
      </pc:sldChg>
      <pc:sldChg chg="modSp add del mod">
        <pc:chgData name="Lars Kasper" userId="b9e79814-f486-4b25-bf06-caeffc162c33" providerId="ADAL" clId="{E8FEE4C5-62FC-4B08-AED0-397721436883}" dt="2026-03-02T19:37:25.353" v="9180" actId="47"/>
        <pc:sldMkLst>
          <pc:docMk/>
          <pc:sldMk cId="3455413314" sldId="567"/>
        </pc:sldMkLst>
        <pc:spChg chg="mod">
          <ac:chgData name="Lars Kasper" userId="b9e79814-f486-4b25-bf06-caeffc162c33" providerId="ADAL" clId="{E8FEE4C5-62FC-4B08-AED0-397721436883}" dt="2026-02-27T14:45:41.595" v="341" actId="20577"/>
          <ac:spMkLst>
            <pc:docMk/>
            <pc:sldMk cId="3455413314" sldId="567"/>
            <ac:spMk id="2" creationId="{04A5CA21-CFEB-4616-8E06-4085022AFCE7}"/>
          </ac:spMkLst>
        </pc:spChg>
        <pc:spChg chg="mod">
          <ac:chgData name="Lars Kasper" userId="b9e79814-f486-4b25-bf06-caeffc162c33" providerId="ADAL" clId="{E8FEE4C5-62FC-4B08-AED0-397721436883}" dt="2026-03-02T14:30:08.563" v="1627" actId="15"/>
          <ac:spMkLst>
            <pc:docMk/>
            <pc:sldMk cId="3455413314" sldId="567"/>
            <ac:spMk id="3" creationId="{9CE6CF3F-1FA6-473E-8CDD-5B70A35C0E02}"/>
          </ac:spMkLst>
        </pc:spChg>
      </pc:sldChg>
      <pc:sldChg chg="addSp delSp modSp new mod modClrScheme chgLayout modNotesTx">
        <pc:chgData name="Lars Kasper" userId="b9e79814-f486-4b25-bf06-caeffc162c33" providerId="ADAL" clId="{E8FEE4C5-62FC-4B08-AED0-397721436883}" dt="2026-03-02T17:45:15.861" v="5009" actId="113"/>
        <pc:sldMkLst>
          <pc:docMk/>
          <pc:sldMk cId="3834367754" sldId="568"/>
        </pc:sldMkLst>
        <pc:spChg chg="mod ord">
          <ac:chgData name="Lars Kasper" userId="b9e79814-f486-4b25-bf06-caeffc162c33" providerId="ADAL" clId="{E8FEE4C5-62FC-4B08-AED0-397721436883}" dt="2026-03-02T17:29:01.074" v="4298" actId="700"/>
          <ac:spMkLst>
            <pc:docMk/>
            <pc:sldMk cId="3834367754" sldId="568"/>
            <ac:spMk id="2" creationId="{2B34C61C-8A40-4973-8C02-A84A15C32BC2}"/>
          </ac:spMkLst>
        </pc:spChg>
        <pc:spChg chg="del mod ord">
          <ac:chgData name="Lars Kasper" userId="b9e79814-f486-4b25-bf06-caeffc162c33" providerId="ADAL" clId="{E8FEE4C5-62FC-4B08-AED0-397721436883}" dt="2026-03-02T17:29:01.074" v="4298" actId="700"/>
          <ac:spMkLst>
            <pc:docMk/>
            <pc:sldMk cId="3834367754" sldId="568"/>
            <ac:spMk id="3" creationId="{1AE24748-D430-45F4-B2C0-9F3F36301515}"/>
          </ac:spMkLst>
        </pc:spChg>
        <pc:spChg chg="mod ord">
          <ac:chgData name="Lars Kasper" userId="b9e79814-f486-4b25-bf06-caeffc162c33" providerId="ADAL" clId="{E8FEE4C5-62FC-4B08-AED0-397721436883}" dt="2026-03-02T17:29:01.074" v="4298" actId="700"/>
          <ac:spMkLst>
            <pc:docMk/>
            <pc:sldMk cId="3834367754" sldId="568"/>
            <ac:spMk id="4" creationId="{B2F040A8-FFFD-4369-82A9-28CE36C072AD}"/>
          </ac:spMkLst>
        </pc:spChg>
        <pc:spChg chg="mod ord">
          <ac:chgData name="Lars Kasper" userId="b9e79814-f486-4b25-bf06-caeffc162c33" providerId="ADAL" clId="{E8FEE4C5-62FC-4B08-AED0-397721436883}" dt="2026-03-02T17:29:01.074" v="4298" actId="700"/>
          <ac:spMkLst>
            <pc:docMk/>
            <pc:sldMk cId="3834367754" sldId="568"/>
            <ac:spMk id="5" creationId="{103E7AF7-A99A-4611-85EC-70FAAB6FC9DE}"/>
          </ac:spMkLst>
        </pc:spChg>
        <pc:spChg chg="mod ord">
          <ac:chgData name="Lars Kasper" userId="b9e79814-f486-4b25-bf06-caeffc162c33" providerId="ADAL" clId="{E8FEE4C5-62FC-4B08-AED0-397721436883}" dt="2026-03-02T17:29:01.074" v="4298" actId="700"/>
          <ac:spMkLst>
            <pc:docMk/>
            <pc:sldMk cId="3834367754" sldId="568"/>
            <ac:spMk id="6" creationId="{6E1E1B23-D0AA-4F5F-8021-9A2371443767}"/>
          </ac:spMkLst>
        </pc:spChg>
        <pc:spChg chg="add mod">
          <ac:chgData name="Lars Kasper" userId="b9e79814-f486-4b25-bf06-caeffc162c33" providerId="ADAL" clId="{E8FEE4C5-62FC-4B08-AED0-397721436883}" dt="2026-03-02T17:34:07.655" v="4317"/>
          <ac:spMkLst>
            <pc:docMk/>
            <pc:sldMk cId="3834367754" sldId="568"/>
            <ac:spMk id="7" creationId="{640C4A15-64CF-4ADF-A0FA-1E09704DB022}"/>
          </ac:spMkLst>
        </pc:spChg>
        <pc:spChg chg="add del mod">
          <ac:chgData name="Lars Kasper" userId="b9e79814-f486-4b25-bf06-caeffc162c33" providerId="ADAL" clId="{E8FEE4C5-62FC-4B08-AED0-397721436883}" dt="2026-03-02T17:24:53.097" v="4255"/>
          <ac:spMkLst>
            <pc:docMk/>
            <pc:sldMk cId="3834367754" sldId="568"/>
            <ac:spMk id="8" creationId="{ACA42E59-EDE1-4527-8C6D-89074E3F5705}"/>
          </ac:spMkLst>
        </pc:spChg>
        <pc:spChg chg="add mod ord">
          <ac:chgData name="Lars Kasper" userId="b9e79814-f486-4b25-bf06-caeffc162c33" providerId="ADAL" clId="{E8FEE4C5-62FC-4B08-AED0-397721436883}" dt="2026-03-02T17:45:15.861" v="5009" actId="113"/>
          <ac:spMkLst>
            <pc:docMk/>
            <pc:sldMk cId="3834367754" sldId="568"/>
            <ac:spMk id="9" creationId="{E861AA64-9BA0-45D7-9F56-E0D806F7BDD4}"/>
          </ac:spMkLst>
        </pc:spChg>
        <pc:spChg chg="add del mod ord">
          <ac:chgData name="Lars Kasper" userId="b9e79814-f486-4b25-bf06-caeffc162c33" providerId="ADAL" clId="{E8FEE4C5-62FC-4B08-AED0-397721436883}" dt="2026-03-02T17:34:22.976" v="4318"/>
          <ac:spMkLst>
            <pc:docMk/>
            <pc:sldMk cId="3834367754" sldId="568"/>
            <ac:spMk id="10" creationId="{4E29CF5B-EBDD-4C1B-9222-2887BC0A294D}"/>
          </ac:spMkLst>
        </pc:spChg>
        <pc:picChg chg="add mod">
          <ac:chgData name="Lars Kasper" userId="b9e79814-f486-4b25-bf06-caeffc162c33" providerId="ADAL" clId="{E8FEE4C5-62FC-4B08-AED0-397721436883}" dt="2026-03-02T17:34:26.584" v="4320" actId="1076"/>
          <ac:picMkLst>
            <pc:docMk/>
            <pc:sldMk cId="3834367754" sldId="568"/>
            <ac:picMk id="2050" creationId="{3A6EB4B8-0997-4B3C-842D-7EDF2313FD3E}"/>
          </ac:picMkLst>
        </pc:picChg>
      </pc:sldChg>
      <pc:sldChg chg="addSp delSp modSp new mod modClrScheme modAnim chgLayout modNotesTx">
        <pc:chgData name="Lars Kasper" userId="b9e79814-f486-4b25-bf06-caeffc162c33" providerId="ADAL" clId="{E8FEE4C5-62FC-4B08-AED0-397721436883}" dt="2026-03-02T19:59:27.600" v="9586" actId="20577"/>
        <pc:sldMkLst>
          <pc:docMk/>
          <pc:sldMk cId="152727683" sldId="569"/>
        </pc:sldMkLst>
        <pc:spChg chg="mod ord">
          <ac:chgData name="Lars Kasper" userId="b9e79814-f486-4b25-bf06-caeffc162c33" providerId="ADAL" clId="{E8FEE4C5-62FC-4B08-AED0-397721436883}" dt="2026-03-02T18:06:31.340" v="5045" actId="700"/>
          <ac:spMkLst>
            <pc:docMk/>
            <pc:sldMk cId="152727683" sldId="569"/>
            <ac:spMk id="2" creationId="{16643685-A81F-48B6-8780-3F9D836EC755}"/>
          </ac:spMkLst>
        </pc:spChg>
        <pc:spChg chg="del mod ord">
          <ac:chgData name="Lars Kasper" userId="b9e79814-f486-4b25-bf06-caeffc162c33" providerId="ADAL" clId="{E8FEE4C5-62FC-4B08-AED0-397721436883}" dt="2026-02-27T14:46:20.195" v="408" actId="700"/>
          <ac:spMkLst>
            <pc:docMk/>
            <pc:sldMk cId="152727683" sldId="569"/>
            <ac:spMk id="3" creationId="{2D91E770-9584-4BC9-8585-B79D0CF36A03}"/>
          </ac:spMkLst>
        </pc:spChg>
        <pc:spChg chg="add mod ord">
          <ac:chgData name="Lars Kasper" userId="b9e79814-f486-4b25-bf06-caeffc162c33" providerId="ADAL" clId="{E8FEE4C5-62FC-4B08-AED0-397721436883}" dt="2026-03-02T19:13:51.751" v="8361" actId="20577"/>
          <ac:spMkLst>
            <pc:docMk/>
            <pc:sldMk cId="152727683" sldId="569"/>
            <ac:spMk id="3" creationId="{BA88E7BD-C7F8-4A0D-A61D-6808A335B768}"/>
          </ac:spMkLst>
        </pc:spChg>
        <pc:spChg chg="mod ord">
          <ac:chgData name="Lars Kasper" userId="b9e79814-f486-4b25-bf06-caeffc162c33" providerId="ADAL" clId="{E8FEE4C5-62FC-4B08-AED0-397721436883}" dt="2026-03-02T18:06:31.340" v="5045" actId="700"/>
          <ac:spMkLst>
            <pc:docMk/>
            <pc:sldMk cId="152727683" sldId="569"/>
            <ac:spMk id="4" creationId="{88A2840F-DF36-4934-B5F1-4327DEF373F1}"/>
          </ac:spMkLst>
        </pc:spChg>
        <pc:spChg chg="mod ord">
          <ac:chgData name="Lars Kasper" userId="b9e79814-f486-4b25-bf06-caeffc162c33" providerId="ADAL" clId="{E8FEE4C5-62FC-4B08-AED0-397721436883}" dt="2026-03-02T18:06:31.340" v="5045" actId="700"/>
          <ac:spMkLst>
            <pc:docMk/>
            <pc:sldMk cId="152727683" sldId="569"/>
            <ac:spMk id="5" creationId="{C29022D4-BE52-4B34-82FA-1C47E30FDB1B}"/>
          </ac:spMkLst>
        </pc:spChg>
        <pc:spChg chg="mod ord">
          <ac:chgData name="Lars Kasper" userId="b9e79814-f486-4b25-bf06-caeffc162c33" providerId="ADAL" clId="{E8FEE4C5-62FC-4B08-AED0-397721436883}" dt="2026-03-02T18:06:31.340" v="5045" actId="700"/>
          <ac:spMkLst>
            <pc:docMk/>
            <pc:sldMk cId="152727683" sldId="569"/>
            <ac:spMk id="6" creationId="{B838CF60-46B1-4A9A-B2AA-CAD74998D057}"/>
          </ac:spMkLst>
        </pc:spChg>
        <pc:spChg chg="add del mod ord">
          <ac:chgData name="Lars Kasper" userId="b9e79814-f486-4b25-bf06-caeffc162c33" providerId="ADAL" clId="{E8FEE4C5-62FC-4B08-AED0-397721436883}" dt="2026-03-02T18:06:31.340" v="5045" actId="700"/>
          <ac:spMkLst>
            <pc:docMk/>
            <pc:sldMk cId="152727683" sldId="569"/>
            <ac:spMk id="7" creationId="{FC54A5D7-CC6F-4613-83C6-C20EF0682956}"/>
          </ac:spMkLst>
        </pc:spChg>
        <pc:spChg chg="add del mod ord">
          <ac:chgData name="Lars Kasper" userId="b9e79814-f486-4b25-bf06-caeffc162c33" providerId="ADAL" clId="{E8FEE4C5-62FC-4B08-AED0-397721436883}" dt="2026-03-02T18:06:21.368" v="5041" actId="700"/>
          <ac:spMkLst>
            <pc:docMk/>
            <pc:sldMk cId="152727683" sldId="569"/>
            <ac:spMk id="8" creationId="{B87B0110-F3EA-4E8C-A390-86E557D5ED8D}"/>
          </ac:spMkLst>
        </pc:spChg>
        <pc:spChg chg="add del mod ord">
          <ac:chgData name="Lars Kasper" userId="b9e79814-f486-4b25-bf06-caeffc162c33" providerId="ADAL" clId="{E8FEE4C5-62FC-4B08-AED0-397721436883}" dt="2026-03-02T18:06:23.829" v="5042" actId="478"/>
          <ac:spMkLst>
            <pc:docMk/>
            <pc:sldMk cId="152727683" sldId="569"/>
            <ac:spMk id="9" creationId="{7B6A1C7A-E5F1-451A-985A-1E2BF32E8B26}"/>
          </ac:spMkLst>
        </pc:spChg>
        <pc:spChg chg="add del mod ord">
          <ac:chgData name="Lars Kasper" userId="b9e79814-f486-4b25-bf06-caeffc162c33" providerId="ADAL" clId="{E8FEE4C5-62FC-4B08-AED0-397721436883}" dt="2026-03-02T18:06:21.368" v="5041" actId="700"/>
          <ac:spMkLst>
            <pc:docMk/>
            <pc:sldMk cId="152727683" sldId="569"/>
            <ac:spMk id="10" creationId="{A8F7A7B7-2D5C-4925-9583-8D8DE74998FA}"/>
          </ac:spMkLst>
        </pc:spChg>
        <pc:spChg chg="add mod">
          <ac:chgData name="Lars Kasper" userId="b9e79814-f486-4b25-bf06-caeffc162c33" providerId="ADAL" clId="{E8FEE4C5-62FC-4B08-AED0-397721436883}" dt="2026-03-02T18:13:38.243" v="5394" actId="20577"/>
          <ac:spMkLst>
            <pc:docMk/>
            <pc:sldMk cId="152727683" sldId="569"/>
            <ac:spMk id="11" creationId="{BB629B64-6870-4EEC-8732-5741B8CABAFA}"/>
          </ac:spMkLst>
        </pc:spChg>
        <pc:spChg chg="add mod">
          <ac:chgData name="Lars Kasper" userId="b9e79814-f486-4b25-bf06-caeffc162c33" providerId="ADAL" clId="{E8FEE4C5-62FC-4B08-AED0-397721436883}" dt="2026-03-02T18:24:55.176" v="5874" actId="14100"/>
          <ac:spMkLst>
            <pc:docMk/>
            <pc:sldMk cId="152727683" sldId="569"/>
            <ac:spMk id="16" creationId="{A39CAE82-6159-4F83-AD59-EC9057DEF988}"/>
          </ac:spMkLst>
        </pc:spChg>
        <pc:picChg chg="add mod">
          <ac:chgData name="Lars Kasper" userId="b9e79814-f486-4b25-bf06-caeffc162c33" providerId="ADAL" clId="{E8FEE4C5-62FC-4B08-AED0-397721436883}" dt="2026-03-02T18:23:52.346" v="5869" actId="1076"/>
          <ac:picMkLst>
            <pc:docMk/>
            <pc:sldMk cId="152727683" sldId="569"/>
            <ac:picMk id="13" creationId="{E04A9096-4E45-49DF-9BB5-D73759302FF5}"/>
          </ac:picMkLst>
        </pc:picChg>
        <pc:picChg chg="add mod">
          <ac:chgData name="Lars Kasper" userId="b9e79814-f486-4b25-bf06-caeffc162c33" providerId="ADAL" clId="{E8FEE4C5-62FC-4B08-AED0-397721436883}" dt="2026-03-02T18:24:48.255" v="5872" actId="1076"/>
          <ac:picMkLst>
            <pc:docMk/>
            <pc:sldMk cId="152727683" sldId="569"/>
            <ac:picMk id="4098" creationId="{15C48499-0186-4D98-8E97-35B467F61B2B}"/>
          </ac:picMkLst>
        </pc:picChg>
      </pc:sldChg>
      <pc:sldChg chg="addSp delSp modSp new mod modClrScheme modAnim chgLayout modNotesTx">
        <pc:chgData name="Lars Kasper" userId="b9e79814-f486-4b25-bf06-caeffc162c33" providerId="ADAL" clId="{E8FEE4C5-62FC-4B08-AED0-397721436883}" dt="2026-03-02T20:29:05.590" v="9807" actId="20577"/>
        <pc:sldMkLst>
          <pc:docMk/>
          <pc:sldMk cId="677342135" sldId="570"/>
        </pc:sldMkLst>
        <pc:spChg chg="del mod ord">
          <ac:chgData name="Lars Kasper" userId="b9e79814-f486-4b25-bf06-caeffc162c33" providerId="ADAL" clId="{E8FEE4C5-62FC-4B08-AED0-397721436883}" dt="2026-02-28T13:54:50.769" v="429" actId="700"/>
          <ac:spMkLst>
            <pc:docMk/>
            <pc:sldMk cId="677342135" sldId="570"/>
            <ac:spMk id="2" creationId="{ED13330D-1AA2-4C2F-8C5D-F8AD77D85B81}"/>
          </ac:spMkLst>
        </pc:spChg>
        <pc:spChg chg="del">
          <ac:chgData name="Lars Kasper" userId="b9e79814-f486-4b25-bf06-caeffc162c33" providerId="ADAL" clId="{E8FEE4C5-62FC-4B08-AED0-397721436883}" dt="2026-02-28T13:54:50.769" v="429" actId="700"/>
          <ac:spMkLst>
            <pc:docMk/>
            <pc:sldMk cId="677342135" sldId="570"/>
            <ac:spMk id="3" creationId="{0FCD371C-FB51-4F72-AEC2-EBC27462546E}"/>
          </ac:spMkLst>
        </pc:spChg>
        <pc:spChg chg="del mod ord">
          <ac:chgData name="Lars Kasper" userId="b9e79814-f486-4b25-bf06-caeffc162c33" providerId="ADAL" clId="{E8FEE4C5-62FC-4B08-AED0-397721436883}" dt="2026-02-28T13:54:50.769" v="429" actId="700"/>
          <ac:spMkLst>
            <pc:docMk/>
            <pc:sldMk cId="677342135" sldId="570"/>
            <ac:spMk id="4" creationId="{BC237320-49B1-4B1A-94F6-07A649F69825}"/>
          </ac:spMkLst>
        </pc:spChg>
        <pc:spChg chg="del">
          <ac:chgData name="Lars Kasper" userId="b9e79814-f486-4b25-bf06-caeffc162c33" providerId="ADAL" clId="{E8FEE4C5-62FC-4B08-AED0-397721436883}" dt="2026-02-28T13:54:50.769" v="429" actId="700"/>
          <ac:spMkLst>
            <pc:docMk/>
            <pc:sldMk cId="677342135" sldId="570"/>
            <ac:spMk id="5" creationId="{717BBE08-DB62-4633-B095-17826B5B67DD}"/>
          </ac:spMkLst>
        </pc:spChg>
        <pc:spChg chg="del">
          <ac:chgData name="Lars Kasper" userId="b9e79814-f486-4b25-bf06-caeffc162c33" providerId="ADAL" clId="{E8FEE4C5-62FC-4B08-AED0-397721436883}" dt="2026-02-28T13:54:50.769" v="429" actId="700"/>
          <ac:spMkLst>
            <pc:docMk/>
            <pc:sldMk cId="677342135" sldId="570"/>
            <ac:spMk id="6" creationId="{3638EBDE-5DEC-4C0A-907B-CB2EADB213E8}"/>
          </ac:spMkLst>
        </pc:spChg>
        <pc:spChg chg="mod ord">
          <ac:chgData name="Lars Kasper" userId="b9e79814-f486-4b25-bf06-caeffc162c33" providerId="ADAL" clId="{E8FEE4C5-62FC-4B08-AED0-397721436883}" dt="2026-02-28T13:56:32.875" v="646" actId="700"/>
          <ac:spMkLst>
            <pc:docMk/>
            <pc:sldMk cId="677342135" sldId="570"/>
            <ac:spMk id="7" creationId="{6CF80CE2-7E7C-407A-A636-CEFDB7FB96F1}"/>
          </ac:spMkLst>
        </pc:spChg>
        <pc:spChg chg="mod ord">
          <ac:chgData name="Lars Kasper" userId="b9e79814-f486-4b25-bf06-caeffc162c33" providerId="ADAL" clId="{E8FEE4C5-62FC-4B08-AED0-397721436883}" dt="2026-02-28T13:56:32.875" v="646" actId="700"/>
          <ac:spMkLst>
            <pc:docMk/>
            <pc:sldMk cId="677342135" sldId="570"/>
            <ac:spMk id="8" creationId="{65D51E73-A2C7-441A-98AC-EC4A0F99D14E}"/>
          </ac:spMkLst>
        </pc:spChg>
        <pc:spChg chg="mod ord">
          <ac:chgData name="Lars Kasper" userId="b9e79814-f486-4b25-bf06-caeffc162c33" providerId="ADAL" clId="{E8FEE4C5-62FC-4B08-AED0-397721436883}" dt="2026-02-28T13:56:32.875" v="646" actId="700"/>
          <ac:spMkLst>
            <pc:docMk/>
            <pc:sldMk cId="677342135" sldId="570"/>
            <ac:spMk id="9" creationId="{9120B24A-E969-4C0D-85A2-CECEB44B71DC}"/>
          </ac:spMkLst>
        </pc:spChg>
        <pc:spChg chg="add mod ord">
          <ac:chgData name="Lars Kasper" userId="b9e79814-f486-4b25-bf06-caeffc162c33" providerId="ADAL" clId="{E8FEE4C5-62FC-4B08-AED0-397721436883}" dt="2026-03-02T19:27:01.920" v="8854" actId="20577"/>
          <ac:spMkLst>
            <pc:docMk/>
            <pc:sldMk cId="677342135" sldId="570"/>
            <ac:spMk id="10" creationId="{CCC5C935-5753-47E3-B357-D315CE3CC44A}"/>
          </ac:spMkLst>
        </pc:spChg>
        <pc:spChg chg="add mod ord">
          <ac:chgData name="Lars Kasper" userId="b9e79814-f486-4b25-bf06-caeffc162c33" providerId="ADAL" clId="{E8FEE4C5-62FC-4B08-AED0-397721436883}" dt="2026-03-02T20:01:26.374" v="9625" actId="20577"/>
          <ac:spMkLst>
            <pc:docMk/>
            <pc:sldMk cId="677342135" sldId="570"/>
            <ac:spMk id="11" creationId="{0E2870DF-E5B7-4304-9D26-801A0A4D1451}"/>
          </ac:spMkLst>
        </pc:spChg>
        <pc:spChg chg="add mod ord">
          <ac:chgData name="Lars Kasper" userId="b9e79814-f486-4b25-bf06-caeffc162c33" providerId="ADAL" clId="{E8FEE4C5-62FC-4B08-AED0-397721436883}" dt="2026-03-02T20:00:54.280" v="9596" actId="20577"/>
          <ac:spMkLst>
            <pc:docMk/>
            <pc:sldMk cId="677342135" sldId="570"/>
            <ac:spMk id="12" creationId="{1B9765CE-73DB-418A-BA8F-FA6D5873B28C}"/>
          </ac:spMkLst>
        </pc:spChg>
        <pc:spChg chg="add mod">
          <ac:chgData name="Lars Kasper" userId="b9e79814-f486-4b25-bf06-caeffc162c33" providerId="ADAL" clId="{E8FEE4C5-62FC-4B08-AED0-397721436883}" dt="2026-03-02T19:36:33.801" v="9168" actId="1076"/>
          <ac:spMkLst>
            <pc:docMk/>
            <pc:sldMk cId="677342135" sldId="570"/>
            <ac:spMk id="14" creationId="{4778073D-C750-4C07-8F7B-CC3C66BD34AA}"/>
          </ac:spMkLst>
        </pc:spChg>
        <pc:picChg chg="add mod">
          <ac:chgData name="Lars Kasper" userId="b9e79814-f486-4b25-bf06-caeffc162c33" providerId="ADAL" clId="{E8FEE4C5-62FC-4B08-AED0-397721436883}" dt="2026-03-02T20:00:43.446" v="9588" actId="167"/>
          <ac:picMkLst>
            <pc:docMk/>
            <pc:sldMk cId="677342135" sldId="570"/>
            <ac:picMk id="13" creationId="{09804C2E-FF71-479A-9A59-060218715EBE}"/>
          </ac:picMkLst>
        </pc:picChg>
      </pc:sldChg>
      <pc:sldChg chg="addSp delSp modSp new mod modClrScheme chgLayout modNotesTx">
        <pc:chgData name="Lars Kasper" userId="b9e79814-f486-4b25-bf06-caeffc162c33" providerId="ADAL" clId="{E8FEE4C5-62FC-4B08-AED0-397721436883}" dt="2026-03-02T19:58:34.112" v="9533" actId="207"/>
        <pc:sldMkLst>
          <pc:docMk/>
          <pc:sldMk cId="2838366686" sldId="571"/>
        </pc:sldMkLst>
        <pc:spChg chg="mod ord">
          <ac:chgData name="Lars Kasper" userId="b9e79814-f486-4b25-bf06-caeffc162c33" providerId="ADAL" clId="{E8FEE4C5-62FC-4B08-AED0-397721436883}" dt="2026-03-02T17:20:16.180" v="4188" actId="700"/>
          <ac:spMkLst>
            <pc:docMk/>
            <pc:sldMk cId="2838366686" sldId="571"/>
            <ac:spMk id="2" creationId="{DA195981-DE17-4243-A4EC-76B0B743B149}"/>
          </ac:spMkLst>
        </pc:spChg>
        <pc:spChg chg="mod ord">
          <ac:chgData name="Lars Kasper" userId="b9e79814-f486-4b25-bf06-caeffc162c33" providerId="ADAL" clId="{E8FEE4C5-62FC-4B08-AED0-397721436883}" dt="2026-03-02T17:23:05.755" v="4251" actId="20577"/>
          <ac:spMkLst>
            <pc:docMk/>
            <pc:sldMk cId="2838366686" sldId="571"/>
            <ac:spMk id="3" creationId="{5D80C3EB-3F4D-4A30-B877-B665150DB20A}"/>
          </ac:spMkLst>
        </pc:spChg>
        <pc:spChg chg="mod ord">
          <ac:chgData name="Lars Kasper" userId="b9e79814-f486-4b25-bf06-caeffc162c33" providerId="ADAL" clId="{E8FEE4C5-62FC-4B08-AED0-397721436883}" dt="2026-03-02T17:20:16.180" v="4188" actId="700"/>
          <ac:spMkLst>
            <pc:docMk/>
            <pc:sldMk cId="2838366686" sldId="571"/>
            <ac:spMk id="4" creationId="{0DFE438D-CCCD-4DE1-835D-ED74830E6A79}"/>
          </ac:spMkLst>
        </pc:spChg>
        <pc:spChg chg="mod ord">
          <ac:chgData name="Lars Kasper" userId="b9e79814-f486-4b25-bf06-caeffc162c33" providerId="ADAL" clId="{E8FEE4C5-62FC-4B08-AED0-397721436883}" dt="2026-03-02T17:20:16.180" v="4188" actId="700"/>
          <ac:spMkLst>
            <pc:docMk/>
            <pc:sldMk cId="2838366686" sldId="571"/>
            <ac:spMk id="5" creationId="{D57C8144-4261-4D31-B2D1-FAC5BAE2282B}"/>
          </ac:spMkLst>
        </pc:spChg>
        <pc:spChg chg="mod ord">
          <ac:chgData name="Lars Kasper" userId="b9e79814-f486-4b25-bf06-caeffc162c33" providerId="ADAL" clId="{E8FEE4C5-62FC-4B08-AED0-397721436883}" dt="2026-03-02T17:20:16.180" v="4188" actId="700"/>
          <ac:spMkLst>
            <pc:docMk/>
            <pc:sldMk cId="2838366686" sldId="571"/>
            <ac:spMk id="6" creationId="{CB4A19BF-4D9D-48C0-BAE2-C7F586BDFD06}"/>
          </ac:spMkLst>
        </pc:spChg>
        <pc:spChg chg="add del mod">
          <ac:chgData name="Lars Kasper" userId="b9e79814-f486-4b25-bf06-caeffc162c33" providerId="ADAL" clId="{E8FEE4C5-62FC-4B08-AED0-397721436883}" dt="2026-03-02T14:25:54.666" v="1121" actId="478"/>
          <ac:spMkLst>
            <pc:docMk/>
            <pc:sldMk cId="2838366686" sldId="571"/>
            <ac:spMk id="8" creationId="{3DAFFE65-A530-4A5F-90D7-85D4A27D91F6}"/>
          </ac:spMkLst>
        </pc:spChg>
        <pc:spChg chg="add mod">
          <ac:chgData name="Lars Kasper" userId="b9e79814-f486-4b25-bf06-caeffc162c33" providerId="ADAL" clId="{E8FEE4C5-62FC-4B08-AED0-397721436883}" dt="2026-03-02T17:22:20.627" v="4210" actId="1036"/>
          <ac:spMkLst>
            <pc:docMk/>
            <pc:sldMk cId="2838366686" sldId="571"/>
            <ac:spMk id="9" creationId="{B6DB015C-408A-40F8-9971-76D6C7484A69}"/>
          </ac:spMkLst>
        </pc:spChg>
        <pc:spChg chg="add del mod ord">
          <ac:chgData name="Lars Kasper" userId="b9e79814-f486-4b25-bf06-caeffc162c33" providerId="ADAL" clId="{E8FEE4C5-62FC-4B08-AED0-397721436883}" dt="2026-03-02T17:20:17.585" v="4189"/>
          <ac:spMkLst>
            <pc:docMk/>
            <pc:sldMk cId="2838366686" sldId="571"/>
            <ac:spMk id="12" creationId="{312CCAF8-ADBD-4534-A67F-8726DF612A05}"/>
          </ac:spMkLst>
        </pc:spChg>
        <pc:spChg chg="add mod">
          <ac:chgData name="Lars Kasper" userId="b9e79814-f486-4b25-bf06-caeffc162c33" providerId="ADAL" clId="{E8FEE4C5-62FC-4B08-AED0-397721436883}" dt="2026-03-02T19:58:34.112" v="9533" actId="207"/>
          <ac:spMkLst>
            <pc:docMk/>
            <pc:sldMk cId="2838366686" sldId="571"/>
            <ac:spMk id="14" creationId="{9DCA0298-3BC7-4717-92FC-D2F92D78F61C}"/>
          </ac:spMkLst>
        </pc:spChg>
        <pc:picChg chg="add del mod">
          <ac:chgData name="Lars Kasper" userId="b9e79814-f486-4b25-bf06-caeffc162c33" providerId="ADAL" clId="{E8FEE4C5-62FC-4B08-AED0-397721436883}" dt="2026-03-02T17:20:12.873" v="4187" actId="21"/>
          <ac:picMkLst>
            <pc:docMk/>
            <pc:sldMk cId="2838366686" sldId="571"/>
            <ac:picMk id="11" creationId="{C1194F5B-7A22-4115-82DF-760A848D594E}"/>
          </ac:picMkLst>
        </pc:picChg>
        <pc:picChg chg="add mod">
          <ac:chgData name="Lars Kasper" userId="b9e79814-f486-4b25-bf06-caeffc162c33" providerId="ADAL" clId="{E8FEE4C5-62FC-4B08-AED0-397721436883}" dt="2026-03-02T17:20:26.288" v="4193" actId="14100"/>
          <ac:picMkLst>
            <pc:docMk/>
            <pc:sldMk cId="2838366686" sldId="571"/>
            <ac:picMk id="13" creationId="{A08980B5-0866-4784-B468-E09D3ED16AFB}"/>
          </ac:picMkLst>
        </pc:picChg>
      </pc:sldChg>
      <pc:sldChg chg="modSp new del mod ord">
        <pc:chgData name="Lars Kasper" userId="b9e79814-f486-4b25-bf06-caeffc162c33" providerId="ADAL" clId="{E8FEE4C5-62FC-4B08-AED0-397721436883}" dt="2026-03-02T19:44:03.788" v="9407" actId="47"/>
        <pc:sldMkLst>
          <pc:docMk/>
          <pc:sldMk cId="1531342399" sldId="572"/>
        </pc:sldMkLst>
        <pc:spChg chg="mod">
          <ac:chgData name="Lars Kasper" userId="b9e79814-f486-4b25-bf06-caeffc162c33" providerId="ADAL" clId="{E8FEE4C5-62FC-4B08-AED0-397721436883}" dt="2026-03-02T15:25:05.087" v="2069" actId="20577"/>
          <ac:spMkLst>
            <pc:docMk/>
            <pc:sldMk cId="1531342399" sldId="572"/>
            <ac:spMk id="2" creationId="{D1C53AC5-B947-4A37-9B42-651640B0D358}"/>
          </ac:spMkLst>
        </pc:spChg>
        <pc:spChg chg="mod">
          <ac:chgData name="Lars Kasper" userId="b9e79814-f486-4b25-bf06-caeffc162c33" providerId="ADAL" clId="{E8FEE4C5-62FC-4B08-AED0-397721436883}" dt="2026-03-02T19:43:35.606" v="9362" actId="21"/>
          <ac:spMkLst>
            <pc:docMk/>
            <pc:sldMk cId="1531342399" sldId="572"/>
            <ac:spMk id="4" creationId="{7AC34673-D37B-4257-8394-7226E1F53759}"/>
          </ac:spMkLst>
        </pc:spChg>
      </pc:sldChg>
      <pc:sldChg chg="addSp delSp modSp add mod">
        <pc:chgData name="Lars Kasper" userId="b9e79814-f486-4b25-bf06-caeffc162c33" providerId="ADAL" clId="{E8FEE4C5-62FC-4B08-AED0-397721436883}" dt="2026-03-02T20:34:45.408" v="9966" actId="14100"/>
        <pc:sldMkLst>
          <pc:docMk/>
          <pc:sldMk cId="3254094152" sldId="573"/>
        </pc:sldMkLst>
        <pc:spChg chg="mod">
          <ac:chgData name="Lars Kasper" userId="b9e79814-f486-4b25-bf06-caeffc162c33" providerId="ADAL" clId="{E8FEE4C5-62FC-4B08-AED0-397721436883}" dt="2026-03-02T15:29:29.076" v="2379" actId="20577"/>
          <ac:spMkLst>
            <pc:docMk/>
            <pc:sldMk cId="3254094152" sldId="573"/>
            <ac:spMk id="2" creationId="{04A5CA21-CFEB-4616-8E06-4085022AFCE7}"/>
          </ac:spMkLst>
        </pc:spChg>
        <pc:spChg chg="mod">
          <ac:chgData name="Lars Kasper" userId="b9e79814-f486-4b25-bf06-caeffc162c33" providerId="ADAL" clId="{E8FEE4C5-62FC-4B08-AED0-397721436883}" dt="2026-03-02T20:34:45.408" v="9966" actId="14100"/>
          <ac:spMkLst>
            <pc:docMk/>
            <pc:sldMk cId="3254094152" sldId="573"/>
            <ac:spMk id="3" creationId="{9CE6CF3F-1FA6-473E-8CDD-5B70A35C0E02}"/>
          </ac:spMkLst>
        </pc:spChg>
        <pc:spChg chg="add del mod">
          <ac:chgData name="Lars Kasper" userId="b9e79814-f486-4b25-bf06-caeffc162c33" providerId="ADAL" clId="{E8FEE4C5-62FC-4B08-AED0-397721436883}" dt="2026-03-02T20:26:52.328" v="9730" actId="21"/>
          <ac:spMkLst>
            <pc:docMk/>
            <pc:sldMk cId="3254094152" sldId="573"/>
            <ac:spMk id="8" creationId="{C1A1CBC0-660D-45AE-924D-BC9573CC4B07}"/>
          </ac:spMkLst>
        </pc:spChg>
      </pc:sldChg>
      <pc:sldChg chg="addSp delSp modSp new del mod modClrScheme chgLayout">
        <pc:chgData name="Lars Kasper" userId="b9e79814-f486-4b25-bf06-caeffc162c33" providerId="ADAL" clId="{E8FEE4C5-62FC-4B08-AED0-397721436883}" dt="2026-03-02T19:35:10.627" v="9151" actId="47"/>
        <pc:sldMkLst>
          <pc:docMk/>
          <pc:sldMk cId="136724317" sldId="574"/>
        </pc:sldMkLst>
        <pc:spChg chg="del mod ord">
          <ac:chgData name="Lars Kasper" userId="b9e79814-f486-4b25-bf06-caeffc162c33" providerId="ADAL" clId="{E8FEE4C5-62FC-4B08-AED0-397721436883}" dt="2026-03-02T15:37:17.070" v="2935" actId="700"/>
          <ac:spMkLst>
            <pc:docMk/>
            <pc:sldMk cId="136724317" sldId="574"/>
            <ac:spMk id="2" creationId="{CD455599-DCCD-4486-B2AE-382F6C4569B6}"/>
          </ac:spMkLst>
        </pc:spChg>
        <pc:spChg chg="del mod ord">
          <ac:chgData name="Lars Kasper" userId="b9e79814-f486-4b25-bf06-caeffc162c33" providerId="ADAL" clId="{E8FEE4C5-62FC-4B08-AED0-397721436883}" dt="2026-03-02T15:37:17.070" v="2935" actId="700"/>
          <ac:spMkLst>
            <pc:docMk/>
            <pc:sldMk cId="136724317" sldId="574"/>
            <ac:spMk id="3" creationId="{E528B9E3-866F-4E47-960B-A7F275C38CAC}"/>
          </ac:spMkLst>
        </pc:spChg>
        <pc:spChg chg="del">
          <ac:chgData name="Lars Kasper" userId="b9e79814-f486-4b25-bf06-caeffc162c33" providerId="ADAL" clId="{E8FEE4C5-62FC-4B08-AED0-397721436883}" dt="2026-03-02T15:37:17.070" v="2935" actId="700"/>
          <ac:spMkLst>
            <pc:docMk/>
            <pc:sldMk cId="136724317" sldId="574"/>
            <ac:spMk id="4" creationId="{F9F174B6-51F0-47C7-84B8-E86C07528896}"/>
          </ac:spMkLst>
        </pc:spChg>
        <pc:spChg chg="mod ord">
          <ac:chgData name="Lars Kasper" userId="b9e79814-f486-4b25-bf06-caeffc162c33" providerId="ADAL" clId="{E8FEE4C5-62FC-4B08-AED0-397721436883}" dt="2026-03-02T15:40:25.701" v="3044" actId="700"/>
          <ac:spMkLst>
            <pc:docMk/>
            <pc:sldMk cId="136724317" sldId="574"/>
            <ac:spMk id="5" creationId="{D3277588-1EC3-458C-A502-788EC07844FA}"/>
          </ac:spMkLst>
        </pc:spChg>
        <pc:spChg chg="mod ord">
          <ac:chgData name="Lars Kasper" userId="b9e79814-f486-4b25-bf06-caeffc162c33" providerId="ADAL" clId="{E8FEE4C5-62FC-4B08-AED0-397721436883}" dt="2026-03-02T15:40:25.701" v="3044" actId="700"/>
          <ac:spMkLst>
            <pc:docMk/>
            <pc:sldMk cId="136724317" sldId="574"/>
            <ac:spMk id="6" creationId="{358EC31C-B9EA-4AA4-ADFB-609E229405AD}"/>
          </ac:spMkLst>
        </pc:spChg>
        <pc:spChg chg="mod ord">
          <ac:chgData name="Lars Kasper" userId="b9e79814-f486-4b25-bf06-caeffc162c33" providerId="ADAL" clId="{E8FEE4C5-62FC-4B08-AED0-397721436883}" dt="2026-03-02T15:40:25.701" v="3044" actId="700"/>
          <ac:spMkLst>
            <pc:docMk/>
            <pc:sldMk cId="136724317" sldId="574"/>
            <ac:spMk id="7" creationId="{5E781F09-1E2E-42BE-BB46-469ED7CEDC6F}"/>
          </ac:spMkLst>
        </pc:spChg>
        <pc:spChg chg="add mod ord">
          <ac:chgData name="Lars Kasper" userId="b9e79814-f486-4b25-bf06-caeffc162c33" providerId="ADAL" clId="{E8FEE4C5-62FC-4B08-AED0-397721436883}" dt="2026-03-02T15:40:25.701" v="3044" actId="700"/>
          <ac:spMkLst>
            <pc:docMk/>
            <pc:sldMk cId="136724317" sldId="574"/>
            <ac:spMk id="8" creationId="{54AA6285-F73E-45D0-9357-6C488F8BEF08}"/>
          </ac:spMkLst>
        </pc:spChg>
        <pc:spChg chg="add del mod ord">
          <ac:chgData name="Lars Kasper" userId="b9e79814-f486-4b25-bf06-caeffc162c33" providerId="ADAL" clId="{E8FEE4C5-62FC-4B08-AED0-397721436883}" dt="2026-03-02T15:40:19.639" v="3042"/>
          <ac:spMkLst>
            <pc:docMk/>
            <pc:sldMk cId="136724317" sldId="574"/>
            <ac:spMk id="9" creationId="{11B1FB12-7585-4978-B723-CCE15374C82D}"/>
          </ac:spMkLst>
        </pc:spChg>
        <pc:spChg chg="add mod">
          <ac:chgData name="Lars Kasper" userId="b9e79814-f486-4b25-bf06-caeffc162c33" providerId="ADAL" clId="{E8FEE4C5-62FC-4B08-AED0-397721436883}" dt="2026-03-02T17:09:40.209" v="3623" actId="114"/>
          <ac:spMkLst>
            <pc:docMk/>
            <pc:sldMk cId="136724317" sldId="574"/>
            <ac:spMk id="11" creationId="{533087AC-A15C-4E40-A2EA-D68D88F281C1}"/>
          </ac:spMkLst>
        </pc:spChg>
        <pc:spChg chg="add del mod ord">
          <ac:chgData name="Lars Kasper" userId="b9e79814-f486-4b25-bf06-caeffc162c33" providerId="ADAL" clId="{E8FEE4C5-62FC-4B08-AED0-397721436883}" dt="2026-03-02T15:40:27.951" v="3046"/>
          <ac:spMkLst>
            <pc:docMk/>
            <pc:sldMk cId="136724317" sldId="574"/>
            <ac:spMk id="12" creationId="{8F9FA5E7-5745-4832-856B-2C18C96CBCE6}"/>
          </ac:spMkLst>
        </pc:spChg>
        <pc:spChg chg="add mod">
          <ac:chgData name="Lars Kasper" userId="b9e79814-f486-4b25-bf06-caeffc162c33" providerId="ADAL" clId="{E8FEE4C5-62FC-4B08-AED0-397721436883}" dt="2026-03-02T15:45:34.532" v="3230" actId="20577"/>
          <ac:spMkLst>
            <pc:docMk/>
            <pc:sldMk cId="136724317" sldId="574"/>
            <ac:spMk id="13" creationId="{BD37009F-8CD1-4D53-8930-C54B8760BC4C}"/>
          </ac:spMkLst>
        </pc:spChg>
        <pc:spChg chg="add del">
          <ac:chgData name="Lars Kasper" userId="b9e79814-f486-4b25-bf06-caeffc162c33" providerId="ADAL" clId="{E8FEE4C5-62FC-4B08-AED0-397721436883}" dt="2026-03-02T15:41:18.771" v="3092"/>
          <ac:spMkLst>
            <pc:docMk/>
            <pc:sldMk cId="136724317" sldId="574"/>
            <ac:spMk id="14" creationId="{5630A101-14ED-485E-A9CF-24B515E61EEB}"/>
          </ac:spMkLst>
        </pc:spChg>
        <pc:spChg chg="add del mod">
          <ac:chgData name="Lars Kasper" userId="b9e79814-f486-4b25-bf06-caeffc162c33" providerId="ADAL" clId="{E8FEE4C5-62FC-4B08-AED0-397721436883}" dt="2026-03-02T15:41:35.779" v="3097" actId="478"/>
          <ac:spMkLst>
            <pc:docMk/>
            <pc:sldMk cId="136724317" sldId="574"/>
            <ac:spMk id="16" creationId="{DACD2B04-37E8-4E4C-BC25-E7E9C30A72FF}"/>
          </ac:spMkLst>
        </pc:spChg>
        <pc:spChg chg="add del">
          <ac:chgData name="Lars Kasper" userId="b9e79814-f486-4b25-bf06-caeffc162c33" providerId="ADAL" clId="{E8FEE4C5-62FC-4B08-AED0-397721436883}" dt="2026-03-02T15:41:47.112" v="3100"/>
          <ac:spMkLst>
            <pc:docMk/>
            <pc:sldMk cId="136724317" sldId="574"/>
            <ac:spMk id="17" creationId="{64032378-2942-47A3-BEF8-381ACB029C22}"/>
          </ac:spMkLst>
        </pc:spChg>
        <pc:spChg chg="add del mod">
          <ac:chgData name="Lars Kasper" userId="b9e79814-f486-4b25-bf06-caeffc162c33" providerId="ADAL" clId="{E8FEE4C5-62FC-4B08-AED0-397721436883}" dt="2026-03-02T15:43:38.690" v="3109"/>
          <ac:spMkLst>
            <pc:docMk/>
            <pc:sldMk cId="136724317" sldId="574"/>
            <ac:spMk id="20" creationId="{3C5B8FF1-85A2-4DCC-844A-58563FE01A19}"/>
          </ac:spMkLst>
        </pc:spChg>
        <pc:spChg chg="add mod">
          <ac:chgData name="Lars Kasper" userId="b9e79814-f486-4b25-bf06-caeffc162c33" providerId="ADAL" clId="{E8FEE4C5-62FC-4B08-AED0-397721436883}" dt="2026-03-02T19:31:12.845" v="9043" actId="21"/>
          <ac:spMkLst>
            <pc:docMk/>
            <pc:sldMk cId="136724317" sldId="574"/>
            <ac:spMk id="23" creationId="{D89D7292-C4A1-4860-8E51-43A7A1F0E223}"/>
          </ac:spMkLst>
        </pc:spChg>
        <pc:picChg chg="add del mod">
          <ac:chgData name="Lars Kasper" userId="b9e79814-f486-4b25-bf06-caeffc162c33" providerId="ADAL" clId="{E8FEE4C5-62FC-4B08-AED0-397721436883}" dt="2026-03-02T15:43:35.158" v="3107" actId="478"/>
          <ac:picMkLst>
            <pc:docMk/>
            <pc:sldMk cId="136724317" sldId="574"/>
            <ac:picMk id="15" creationId="{FB360488-41FE-4194-972D-D97972D19D05}"/>
          </ac:picMkLst>
        </pc:picChg>
        <pc:picChg chg="add del mod">
          <ac:chgData name="Lars Kasper" userId="b9e79814-f486-4b25-bf06-caeffc162c33" providerId="ADAL" clId="{E8FEE4C5-62FC-4B08-AED0-397721436883}" dt="2026-03-02T15:43:37.555" v="3108" actId="21"/>
          <ac:picMkLst>
            <pc:docMk/>
            <pc:sldMk cId="136724317" sldId="574"/>
            <ac:picMk id="19" creationId="{70CDA58E-3D79-4E12-A95B-D14FE17300D6}"/>
          </ac:picMkLst>
        </pc:picChg>
        <pc:picChg chg="add del mod">
          <ac:chgData name="Lars Kasper" userId="b9e79814-f486-4b25-bf06-caeffc162c33" providerId="ADAL" clId="{E8FEE4C5-62FC-4B08-AED0-397721436883}" dt="2026-03-02T19:31:12.845" v="9043" actId="21"/>
          <ac:picMkLst>
            <pc:docMk/>
            <pc:sldMk cId="136724317" sldId="574"/>
            <ac:picMk id="22" creationId="{D57DA6DF-BA14-457F-966B-647EA511D0B9}"/>
          </ac:picMkLst>
        </pc:picChg>
        <pc:picChg chg="add del mod ord">
          <ac:chgData name="Lars Kasper" userId="b9e79814-f486-4b25-bf06-caeffc162c33" providerId="ADAL" clId="{E8FEE4C5-62FC-4B08-AED0-397721436883}" dt="2026-03-02T15:40:27.429" v="3045" actId="21"/>
          <ac:picMkLst>
            <pc:docMk/>
            <pc:sldMk cId="136724317" sldId="574"/>
            <ac:picMk id="1026" creationId="{04DD3270-9FB6-4376-9209-3D7AE0200359}"/>
          </ac:picMkLst>
        </pc:picChg>
      </pc:sldChg>
      <pc:sldChg chg="addSp delSp modSp add del mod">
        <pc:chgData name="Lars Kasper" userId="b9e79814-f486-4b25-bf06-caeffc162c33" providerId="ADAL" clId="{E8FEE4C5-62FC-4B08-AED0-397721436883}" dt="2026-03-02T19:36:16.943" v="9160" actId="47"/>
        <pc:sldMkLst>
          <pc:docMk/>
          <pc:sldMk cId="1356949782" sldId="575"/>
        </pc:sldMkLst>
        <pc:spChg chg="add mod">
          <ac:chgData name="Lars Kasper" userId="b9e79814-f486-4b25-bf06-caeffc162c33" providerId="ADAL" clId="{E8FEE4C5-62FC-4B08-AED0-397721436883}" dt="2026-03-02T19:35:50.403" v="9154" actId="21"/>
          <ac:spMkLst>
            <pc:docMk/>
            <pc:sldMk cId="1356949782" sldId="575"/>
            <ac:spMk id="2" creationId="{B1B581A9-210B-444C-BA35-3E26725FCA7D}"/>
          </ac:spMkLst>
        </pc:spChg>
        <pc:picChg chg="del">
          <ac:chgData name="Lars Kasper" userId="b9e79814-f486-4b25-bf06-caeffc162c33" providerId="ADAL" clId="{E8FEE4C5-62FC-4B08-AED0-397721436883}" dt="2026-03-02T19:35:50.403" v="9154" actId="21"/>
          <ac:picMkLst>
            <pc:docMk/>
            <pc:sldMk cId="1356949782" sldId="575"/>
            <ac:picMk id="15" creationId="{FB360488-41FE-4194-972D-D97972D19D05}"/>
          </ac:picMkLst>
        </pc:picChg>
        <pc:picChg chg="del">
          <ac:chgData name="Lars Kasper" userId="b9e79814-f486-4b25-bf06-caeffc162c33" providerId="ADAL" clId="{E8FEE4C5-62FC-4B08-AED0-397721436883}" dt="2026-03-02T15:43:33.070" v="3106" actId="478"/>
          <ac:picMkLst>
            <pc:docMk/>
            <pc:sldMk cId="1356949782" sldId="575"/>
            <ac:picMk id="19" creationId="{70CDA58E-3D79-4E12-A95B-D14FE17300D6}"/>
          </ac:picMkLst>
        </pc:picChg>
      </pc:sldChg>
      <pc:sldChg chg="addSp delSp modSp new mod modClrScheme chgLayout modNotesTx">
        <pc:chgData name="Lars Kasper" userId="b9e79814-f486-4b25-bf06-caeffc162c33" providerId="ADAL" clId="{E8FEE4C5-62FC-4B08-AED0-397721436883}" dt="2026-03-02T19:21:09.047" v="8517" actId="20577"/>
        <pc:sldMkLst>
          <pc:docMk/>
          <pc:sldMk cId="575071248" sldId="576"/>
        </pc:sldMkLst>
        <pc:spChg chg="mod ord">
          <ac:chgData name="Lars Kasper" userId="b9e79814-f486-4b25-bf06-caeffc162c33" providerId="ADAL" clId="{E8FEE4C5-62FC-4B08-AED0-397721436883}" dt="2026-03-02T18:41:17.425" v="6465" actId="700"/>
          <ac:spMkLst>
            <pc:docMk/>
            <pc:sldMk cId="575071248" sldId="576"/>
            <ac:spMk id="2" creationId="{BF15DAB6-B972-40D3-8591-04E588222A1A}"/>
          </ac:spMkLst>
        </pc:spChg>
        <pc:spChg chg="del mod ord">
          <ac:chgData name="Lars Kasper" userId="b9e79814-f486-4b25-bf06-caeffc162c33" providerId="ADAL" clId="{E8FEE4C5-62FC-4B08-AED0-397721436883}" dt="2026-03-02T18:41:17.425" v="6465" actId="700"/>
          <ac:spMkLst>
            <pc:docMk/>
            <pc:sldMk cId="575071248" sldId="576"/>
            <ac:spMk id="3" creationId="{28C29AD1-F319-4539-B9DD-839A81A3AEEF}"/>
          </ac:spMkLst>
        </pc:spChg>
        <pc:spChg chg="mod ord">
          <ac:chgData name="Lars Kasper" userId="b9e79814-f486-4b25-bf06-caeffc162c33" providerId="ADAL" clId="{E8FEE4C5-62FC-4B08-AED0-397721436883}" dt="2026-03-02T18:41:17.425" v="6465" actId="700"/>
          <ac:spMkLst>
            <pc:docMk/>
            <pc:sldMk cId="575071248" sldId="576"/>
            <ac:spMk id="4" creationId="{9D2EED8B-604E-41A9-B598-9498EA7EA6C4}"/>
          </ac:spMkLst>
        </pc:spChg>
        <pc:spChg chg="mod ord">
          <ac:chgData name="Lars Kasper" userId="b9e79814-f486-4b25-bf06-caeffc162c33" providerId="ADAL" clId="{E8FEE4C5-62FC-4B08-AED0-397721436883}" dt="2026-03-02T18:41:17.425" v="6465" actId="700"/>
          <ac:spMkLst>
            <pc:docMk/>
            <pc:sldMk cId="575071248" sldId="576"/>
            <ac:spMk id="5" creationId="{BFDB7523-31E7-44A4-BE59-5942D15387FF}"/>
          </ac:spMkLst>
        </pc:spChg>
        <pc:spChg chg="mod ord">
          <ac:chgData name="Lars Kasper" userId="b9e79814-f486-4b25-bf06-caeffc162c33" providerId="ADAL" clId="{E8FEE4C5-62FC-4B08-AED0-397721436883}" dt="2026-03-02T18:41:17.425" v="6465" actId="700"/>
          <ac:spMkLst>
            <pc:docMk/>
            <pc:sldMk cId="575071248" sldId="576"/>
            <ac:spMk id="6" creationId="{BFEB0D4D-D922-477F-828F-62533AF157C2}"/>
          </ac:spMkLst>
        </pc:spChg>
        <pc:spChg chg="add mod ord">
          <ac:chgData name="Lars Kasper" userId="b9e79814-f486-4b25-bf06-caeffc162c33" providerId="ADAL" clId="{E8FEE4C5-62FC-4B08-AED0-397721436883}" dt="2026-03-02T18:55:11.728" v="7042" actId="1076"/>
          <ac:spMkLst>
            <pc:docMk/>
            <pc:sldMk cId="575071248" sldId="576"/>
            <ac:spMk id="7" creationId="{76475AD5-773E-496F-8A42-10D5DF37337A}"/>
          </ac:spMkLst>
        </pc:spChg>
        <pc:spChg chg="add mod ord">
          <ac:chgData name="Lars Kasper" userId="b9e79814-f486-4b25-bf06-caeffc162c33" providerId="ADAL" clId="{E8FEE4C5-62FC-4B08-AED0-397721436883}" dt="2026-03-02T19:21:09.047" v="8517" actId="20577"/>
          <ac:spMkLst>
            <pc:docMk/>
            <pc:sldMk cId="575071248" sldId="576"/>
            <ac:spMk id="8" creationId="{6FDCEBB2-D9B1-49D4-973C-5076052536FF}"/>
          </ac:spMkLst>
        </pc:spChg>
        <pc:spChg chg="add mod">
          <ac:chgData name="Lars Kasper" userId="b9e79814-f486-4b25-bf06-caeffc162c33" providerId="ADAL" clId="{E8FEE4C5-62FC-4B08-AED0-397721436883}" dt="2026-03-02T19:20:20.187" v="8477" actId="21"/>
          <ac:spMkLst>
            <pc:docMk/>
            <pc:sldMk cId="575071248" sldId="576"/>
            <ac:spMk id="9" creationId="{339CF9D0-C11C-4169-945F-86FE4C3DD296}"/>
          </ac:spMkLst>
        </pc:spChg>
      </pc:sldChg>
      <pc:sldChg chg="addSp delSp modSp new del mod modClrScheme chgLayout">
        <pc:chgData name="Lars Kasper" userId="b9e79814-f486-4b25-bf06-caeffc162c33" providerId="ADAL" clId="{E8FEE4C5-62FC-4B08-AED0-397721436883}" dt="2026-03-02T17:47:15.517" v="5036" actId="47"/>
        <pc:sldMkLst>
          <pc:docMk/>
          <pc:sldMk cId="1568911744" sldId="576"/>
        </pc:sldMkLst>
        <pc:spChg chg="del mod ord">
          <ac:chgData name="Lars Kasper" userId="b9e79814-f486-4b25-bf06-caeffc162c33" providerId="ADAL" clId="{E8FEE4C5-62FC-4B08-AED0-397721436883}" dt="2026-03-02T17:31:02.602" v="4300" actId="700"/>
          <ac:spMkLst>
            <pc:docMk/>
            <pc:sldMk cId="1568911744" sldId="576"/>
            <ac:spMk id="2" creationId="{071F5364-B43D-49D1-BC22-4EEC3A90DF16}"/>
          </ac:spMkLst>
        </pc:spChg>
        <pc:spChg chg="del mod ord">
          <ac:chgData name="Lars Kasper" userId="b9e79814-f486-4b25-bf06-caeffc162c33" providerId="ADAL" clId="{E8FEE4C5-62FC-4B08-AED0-397721436883}" dt="2026-03-02T17:31:02.602" v="4300" actId="700"/>
          <ac:spMkLst>
            <pc:docMk/>
            <pc:sldMk cId="1568911744" sldId="576"/>
            <ac:spMk id="3" creationId="{56C713AB-E942-454A-87BF-BA0D5DCAFF06}"/>
          </ac:spMkLst>
        </pc:spChg>
        <pc:spChg chg="del">
          <ac:chgData name="Lars Kasper" userId="b9e79814-f486-4b25-bf06-caeffc162c33" providerId="ADAL" clId="{E8FEE4C5-62FC-4B08-AED0-397721436883}" dt="2026-03-02T17:31:02.602" v="4300" actId="700"/>
          <ac:spMkLst>
            <pc:docMk/>
            <pc:sldMk cId="1568911744" sldId="576"/>
            <ac:spMk id="4" creationId="{D53A1710-E14E-491A-BFCA-A8E84BD2D5F6}"/>
          </ac:spMkLst>
        </pc:spChg>
        <pc:spChg chg="mod ord">
          <ac:chgData name="Lars Kasper" userId="b9e79814-f486-4b25-bf06-caeffc162c33" providerId="ADAL" clId="{E8FEE4C5-62FC-4B08-AED0-397721436883}" dt="2026-03-02T17:31:02.602" v="4300" actId="700"/>
          <ac:spMkLst>
            <pc:docMk/>
            <pc:sldMk cId="1568911744" sldId="576"/>
            <ac:spMk id="5" creationId="{A49813B0-DA30-40F5-A789-610DADA1C619}"/>
          </ac:spMkLst>
        </pc:spChg>
        <pc:spChg chg="mod ord">
          <ac:chgData name="Lars Kasper" userId="b9e79814-f486-4b25-bf06-caeffc162c33" providerId="ADAL" clId="{E8FEE4C5-62FC-4B08-AED0-397721436883}" dt="2026-03-02T17:31:02.602" v="4300" actId="700"/>
          <ac:spMkLst>
            <pc:docMk/>
            <pc:sldMk cId="1568911744" sldId="576"/>
            <ac:spMk id="6" creationId="{38F561F2-B4B3-4972-860A-44A9342767A2}"/>
          </ac:spMkLst>
        </pc:spChg>
        <pc:spChg chg="mod ord">
          <ac:chgData name="Lars Kasper" userId="b9e79814-f486-4b25-bf06-caeffc162c33" providerId="ADAL" clId="{E8FEE4C5-62FC-4B08-AED0-397721436883}" dt="2026-03-02T17:31:02.602" v="4300" actId="700"/>
          <ac:spMkLst>
            <pc:docMk/>
            <pc:sldMk cId="1568911744" sldId="576"/>
            <ac:spMk id="7" creationId="{17CB9DB0-59DD-407D-BCCC-A819C4F0E885}"/>
          </ac:spMkLst>
        </pc:spChg>
        <pc:spChg chg="add mod ord">
          <ac:chgData name="Lars Kasper" userId="b9e79814-f486-4b25-bf06-caeffc162c33" providerId="ADAL" clId="{E8FEE4C5-62FC-4B08-AED0-397721436883}" dt="2026-03-02T17:31:02.602" v="4300" actId="700"/>
          <ac:spMkLst>
            <pc:docMk/>
            <pc:sldMk cId="1568911744" sldId="576"/>
            <ac:spMk id="8" creationId="{BE527237-4C53-467F-ACDE-B52A01188BCF}"/>
          </ac:spMkLst>
        </pc:spChg>
        <pc:spChg chg="add mod ord">
          <ac:chgData name="Lars Kasper" userId="b9e79814-f486-4b25-bf06-caeffc162c33" providerId="ADAL" clId="{E8FEE4C5-62FC-4B08-AED0-397721436883}" dt="2026-03-02T17:31:02.602" v="4300" actId="700"/>
          <ac:spMkLst>
            <pc:docMk/>
            <pc:sldMk cId="1568911744" sldId="576"/>
            <ac:spMk id="9" creationId="{58066E0F-DBFA-4361-B68A-ECE32E235C65}"/>
          </ac:spMkLst>
        </pc:spChg>
      </pc:sldChg>
      <pc:sldChg chg="addSp delSp modSp add del mod modNotesTx">
        <pc:chgData name="Lars Kasper" userId="b9e79814-f486-4b25-bf06-caeffc162c33" providerId="ADAL" clId="{E8FEE4C5-62FC-4B08-AED0-397721436883}" dt="2026-03-02T19:24:48.044" v="8818" actId="6549"/>
        <pc:sldMkLst>
          <pc:docMk/>
          <pc:sldMk cId="1926899599" sldId="577"/>
        </pc:sldMkLst>
        <pc:spChg chg="mod">
          <ac:chgData name="Lars Kasper" userId="b9e79814-f486-4b25-bf06-caeffc162c33" providerId="ADAL" clId="{E8FEE4C5-62FC-4B08-AED0-397721436883}" dt="2026-03-02T19:14:19.306" v="8389"/>
          <ac:spMkLst>
            <pc:docMk/>
            <pc:sldMk cId="1926899599" sldId="577"/>
            <ac:spMk id="2" creationId="{BF15DAB6-B972-40D3-8591-04E588222A1A}"/>
          </ac:spMkLst>
        </pc:spChg>
        <pc:spChg chg="mod">
          <ac:chgData name="Lars Kasper" userId="b9e79814-f486-4b25-bf06-caeffc162c33" providerId="ADAL" clId="{E8FEE4C5-62FC-4B08-AED0-397721436883}" dt="2026-03-02T19:23:25.654" v="8683" actId="27636"/>
          <ac:spMkLst>
            <pc:docMk/>
            <pc:sldMk cId="1926899599" sldId="577"/>
            <ac:spMk id="7" creationId="{76475AD5-773E-496F-8A42-10D5DF37337A}"/>
          </ac:spMkLst>
        </pc:spChg>
        <pc:spChg chg="mod">
          <ac:chgData name="Lars Kasper" userId="b9e79814-f486-4b25-bf06-caeffc162c33" providerId="ADAL" clId="{E8FEE4C5-62FC-4B08-AED0-397721436883}" dt="2026-03-02T19:24:48.044" v="8818" actId="6549"/>
          <ac:spMkLst>
            <pc:docMk/>
            <pc:sldMk cId="1926899599" sldId="577"/>
            <ac:spMk id="8" creationId="{6FDCEBB2-D9B1-49D4-973C-5076052536FF}"/>
          </ac:spMkLst>
        </pc:spChg>
        <pc:spChg chg="mod">
          <ac:chgData name="Lars Kasper" userId="b9e79814-f486-4b25-bf06-caeffc162c33" providerId="ADAL" clId="{E8FEE4C5-62FC-4B08-AED0-397721436883}" dt="2026-03-02T19:23:17.323" v="8670" actId="1036"/>
          <ac:spMkLst>
            <pc:docMk/>
            <pc:sldMk cId="1926899599" sldId="577"/>
            <ac:spMk id="9" creationId="{339CF9D0-C11C-4169-945F-86FE4C3DD296}"/>
          </ac:spMkLst>
        </pc:spChg>
        <pc:picChg chg="add del mod">
          <ac:chgData name="Lars Kasper" userId="b9e79814-f486-4b25-bf06-caeffc162c33" providerId="ADAL" clId="{E8FEE4C5-62FC-4B08-AED0-397721436883}" dt="2026-03-02T19:18:21.869" v="8401" actId="478"/>
          <ac:picMkLst>
            <pc:docMk/>
            <pc:sldMk cId="1926899599" sldId="577"/>
            <ac:picMk id="10" creationId="{6EFD659B-FB22-4D48-9D43-AAFFC31C6B93}"/>
          </ac:picMkLst>
        </pc:picChg>
      </pc:sldChg>
      <pc:sldChg chg="addSp delSp modSp new mod modClrScheme chgLayout modNotesTx">
        <pc:chgData name="Lars Kasper" userId="b9e79814-f486-4b25-bf06-caeffc162c33" providerId="ADAL" clId="{E8FEE4C5-62FC-4B08-AED0-397721436883}" dt="2026-03-02T20:40:07.396" v="10681" actId="20577"/>
        <pc:sldMkLst>
          <pc:docMk/>
          <pc:sldMk cId="532439914" sldId="578"/>
        </pc:sldMkLst>
        <pc:spChg chg="del mod ord">
          <ac:chgData name="Lars Kasper" userId="b9e79814-f486-4b25-bf06-caeffc162c33" providerId="ADAL" clId="{E8FEE4C5-62FC-4B08-AED0-397721436883}" dt="2026-03-02T19:08:34.050" v="7526" actId="700"/>
          <ac:spMkLst>
            <pc:docMk/>
            <pc:sldMk cId="532439914" sldId="578"/>
            <ac:spMk id="2" creationId="{C681616E-F5A1-4658-92AD-CEA91ACA7B73}"/>
          </ac:spMkLst>
        </pc:spChg>
        <pc:spChg chg="del mod ord">
          <ac:chgData name="Lars Kasper" userId="b9e79814-f486-4b25-bf06-caeffc162c33" providerId="ADAL" clId="{E8FEE4C5-62FC-4B08-AED0-397721436883}" dt="2026-03-02T19:08:34.050" v="7526" actId="700"/>
          <ac:spMkLst>
            <pc:docMk/>
            <pc:sldMk cId="532439914" sldId="578"/>
            <ac:spMk id="3" creationId="{E351389F-CB0C-4D50-91F2-E9E7AB8F14EF}"/>
          </ac:spMkLst>
        </pc:spChg>
        <pc:spChg chg="del">
          <ac:chgData name="Lars Kasper" userId="b9e79814-f486-4b25-bf06-caeffc162c33" providerId="ADAL" clId="{E8FEE4C5-62FC-4B08-AED0-397721436883}" dt="2026-03-02T19:08:34.050" v="7526" actId="700"/>
          <ac:spMkLst>
            <pc:docMk/>
            <pc:sldMk cId="532439914" sldId="578"/>
            <ac:spMk id="4" creationId="{05D44AB0-5940-467E-809B-0B6F19AD574D}"/>
          </ac:spMkLst>
        </pc:spChg>
        <pc:spChg chg="mod ord">
          <ac:chgData name="Lars Kasper" userId="b9e79814-f486-4b25-bf06-caeffc162c33" providerId="ADAL" clId="{E8FEE4C5-62FC-4B08-AED0-397721436883}" dt="2026-03-02T19:08:34.050" v="7526" actId="700"/>
          <ac:spMkLst>
            <pc:docMk/>
            <pc:sldMk cId="532439914" sldId="578"/>
            <ac:spMk id="5" creationId="{4B8423FC-AC73-466D-8FFE-CB1987CD8DFC}"/>
          </ac:spMkLst>
        </pc:spChg>
        <pc:spChg chg="mod ord">
          <ac:chgData name="Lars Kasper" userId="b9e79814-f486-4b25-bf06-caeffc162c33" providerId="ADAL" clId="{E8FEE4C5-62FC-4B08-AED0-397721436883}" dt="2026-03-02T19:08:34.050" v="7526" actId="700"/>
          <ac:spMkLst>
            <pc:docMk/>
            <pc:sldMk cId="532439914" sldId="578"/>
            <ac:spMk id="6" creationId="{FA326D23-2A8D-4014-AF7C-36F9E7FDBB4D}"/>
          </ac:spMkLst>
        </pc:spChg>
        <pc:spChg chg="mod ord">
          <ac:chgData name="Lars Kasper" userId="b9e79814-f486-4b25-bf06-caeffc162c33" providerId="ADAL" clId="{E8FEE4C5-62FC-4B08-AED0-397721436883}" dt="2026-03-02T19:08:34.050" v="7526" actId="700"/>
          <ac:spMkLst>
            <pc:docMk/>
            <pc:sldMk cId="532439914" sldId="578"/>
            <ac:spMk id="7" creationId="{0242F83D-0F8C-4A5F-A97C-059794768ED6}"/>
          </ac:spMkLst>
        </pc:spChg>
        <pc:spChg chg="add mod ord">
          <ac:chgData name="Lars Kasper" userId="b9e79814-f486-4b25-bf06-caeffc162c33" providerId="ADAL" clId="{E8FEE4C5-62FC-4B08-AED0-397721436883}" dt="2026-03-02T20:30:43.720" v="9956" actId="20577"/>
          <ac:spMkLst>
            <pc:docMk/>
            <pc:sldMk cId="532439914" sldId="578"/>
            <ac:spMk id="8" creationId="{626356F6-E4BD-4C52-AEC0-32EB8F697E3C}"/>
          </ac:spMkLst>
        </pc:spChg>
        <pc:spChg chg="add mod ord">
          <ac:chgData name="Lars Kasper" userId="b9e79814-f486-4b25-bf06-caeffc162c33" providerId="ADAL" clId="{E8FEE4C5-62FC-4B08-AED0-397721436883}" dt="2026-03-02T20:32:03.787" v="9962" actId="3626"/>
          <ac:spMkLst>
            <pc:docMk/>
            <pc:sldMk cId="532439914" sldId="578"/>
            <ac:spMk id="9" creationId="{5976E14E-3774-4811-AEF1-5733AED58D61}"/>
          </ac:spMkLst>
        </pc:spChg>
        <pc:spChg chg="add mod">
          <ac:chgData name="Lars Kasper" userId="b9e79814-f486-4b25-bf06-caeffc162c33" providerId="ADAL" clId="{E8FEE4C5-62FC-4B08-AED0-397721436883}" dt="2026-03-02T19:45:14.989" v="9435" actId="114"/>
          <ac:spMkLst>
            <pc:docMk/>
            <pc:sldMk cId="532439914" sldId="578"/>
            <ac:spMk id="11" creationId="{2EC42149-C7F3-472B-BA87-309703F2BB53}"/>
          </ac:spMkLst>
        </pc:spChg>
        <pc:spChg chg="add del mod">
          <ac:chgData name="Lars Kasper" userId="b9e79814-f486-4b25-bf06-caeffc162c33" providerId="ADAL" clId="{E8FEE4C5-62FC-4B08-AED0-397721436883}" dt="2026-03-02T19:36:25.259" v="9164"/>
          <ac:spMkLst>
            <pc:docMk/>
            <pc:sldMk cId="532439914" sldId="578"/>
            <ac:spMk id="12" creationId="{4F25F51E-557D-4155-8276-42A46F9B2BC5}"/>
          </ac:spMkLst>
        </pc:spChg>
        <pc:picChg chg="add mod">
          <ac:chgData name="Lars Kasper" userId="b9e79814-f486-4b25-bf06-caeffc162c33" providerId="ADAL" clId="{E8FEE4C5-62FC-4B08-AED0-397721436883}" dt="2026-03-02T20:30:47.647" v="9957" actId="1076"/>
          <ac:picMkLst>
            <pc:docMk/>
            <pc:sldMk cId="532439914" sldId="578"/>
            <ac:picMk id="10" creationId="{1D329977-E98D-4BBF-9B77-C1307887263E}"/>
          </ac:picMkLst>
        </pc:picChg>
      </pc:sldChg>
      <pc:sldChg chg="add ord modNotesTx">
        <pc:chgData name="Lars Kasper" userId="b9e79814-f486-4b25-bf06-caeffc162c33" providerId="ADAL" clId="{E8FEE4C5-62FC-4B08-AED0-397721436883}" dt="2026-03-02T19:12:55.616" v="8350"/>
        <pc:sldMkLst>
          <pc:docMk/>
          <pc:sldMk cId="2913843114" sldId="579"/>
        </pc:sldMkLst>
      </pc:sldChg>
      <pc:sldChg chg="del">
        <pc:chgData name="Lars Kasper" userId="b9e79814-f486-4b25-bf06-caeffc162c33" providerId="ADAL" clId="{E8FEE4C5-62FC-4B08-AED0-397721436883}" dt="2026-02-26T18:12:18.610" v="274" actId="47"/>
        <pc:sldMkLst>
          <pc:docMk/>
          <pc:sldMk cId="1793221379" sldId="580"/>
        </pc:sldMkLst>
      </pc:sldChg>
      <pc:sldChg chg="addSp delSp modSp new mod">
        <pc:chgData name="Lars Kasper" userId="b9e79814-f486-4b25-bf06-caeffc162c33" providerId="ADAL" clId="{E8FEE4C5-62FC-4B08-AED0-397721436883}" dt="2026-03-02T20:27:28.572" v="9768" actId="20577"/>
        <pc:sldMkLst>
          <pc:docMk/>
          <pc:sldMk cId="2613543672" sldId="580"/>
        </pc:sldMkLst>
        <pc:spChg chg="mod">
          <ac:chgData name="Lars Kasper" userId="b9e79814-f486-4b25-bf06-caeffc162c33" providerId="ADAL" clId="{E8FEE4C5-62FC-4B08-AED0-397721436883}" dt="2026-03-02T20:26:59.809" v="9759" actId="20577"/>
          <ac:spMkLst>
            <pc:docMk/>
            <pc:sldMk cId="2613543672" sldId="580"/>
            <ac:spMk id="2" creationId="{CC5D00AB-5601-488E-AD88-E3BB0B08EA32}"/>
          </ac:spMkLst>
        </pc:spChg>
        <pc:spChg chg="del">
          <ac:chgData name="Lars Kasper" userId="b9e79814-f486-4b25-bf06-caeffc162c33" providerId="ADAL" clId="{E8FEE4C5-62FC-4B08-AED0-397721436883}" dt="2026-03-02T20:27:02.681" v="9760"/>
          <ac:spMkLst>
            <pc:docMk/>
            <pc:sldMk cId="2613543672" sldId="580"/>
            <ac:spMk id="3" creationId="{7E219B71-A10E-4982-BE7A-C62EDE4C6455}"/>
          </ac:spMkLst>
        </pc:spChg>
        <pc:spChg chg="add mod">
          <ac:chgData name="Lars Kasper" userId="b9e79814-f486-4b25-bf06-caeffc162c33" providerId="ADAL" clId="{E8FEE4C5-62FC-4B08-AED0-397721436883}" dt="2026-03-02T20:27:28.572" v="9768" actId="20577"/>
          <ac:spMkLst>
            <pc:docMk/>
            <pc:sldMk cId="2613543672" sldId="580"/>
            <ac:spMk id="7" creationId="{A8061BCC-3D9F-4D0C-A1E0-73DA716D2949}"/>
          </ac:spMkLst>
        </pc:spChg>
      </pc:sldChg>
      <pc:sldChg chg="del">
        <pc:chgData name="Lars Kasper" userId="b9e79814-f486-4b25-bf06-caeffc162c33" providerId="ADAL" clId="{E8FEE4C5-62FC-4B08-AED0-397721436883}" dt="2026-02-26T18:12:18.610" v="274" actId="47"/>
        <pc:sldMkLst>
          <pc:docMk/>
          <pc:sldMk cId="1650073505" sldId="588"/>
        </pc:sldMkLst>
      </pc:sldChg>
      <pc:sldChg chg="del">
        <pc:chgData name="Lars Kasper" userId="b9e79814-f486-4b25-bf06-caeffc162c33" providerId="ADAL" clId="{E8FEE4C5-62FC-4B08-AED0-397721436883}" dt="2026-02-26T18:12:18.610" v="274" actId="47"/>
        <pc:sldMkLst>
          <pc:docMk/>
          <pc:sldMk cId="761206438" sldId="592"/>
        </pc:sldMkLst>
      </pc:sldChg>
      <pc:sldChg chg="del">
        <pc:chgData name="Lars Kasper" userId="b9e79814-f486-4b25-bf06-caeffc162c33" providerId="ADAL" clId="{E8FEE4C5-62FC-4B08-AED0-397721436883}" dt="2026-02-26T18:12:18.610" v="274" actId="47"/>
        <pc:sldMkLst>
          <pc:docMk/>
          <pc:sldMk cId="636897547" sldId="597"/>
        </pc:sldMkLst>
      </pc:sldChg>
      <pc:sldChg chg="del">
        <pc:chgData name="Lars Kasper" userId="b9e79814-f486-4b25-bf06-caeffc162c33" providerId="ADAL" clId="{E8FEE4C5-62FC-4B08-AED0-397721436883}" dt="2026-02-26T18:12:18.610" v="274" actId="47"/>
        <pc:sldMkLst>
          <pc:docMk/>
          <pc:sldMk cId="1272592947" sldId="5931"/>
        </pc:sldMkLst>
      </pc:sldChg>
      <pc:sldChg chg="del">
        <pc:chgData name="Lars Kasper" userId="b9e79814-f486-4b25-bf06-caeffc162c33" providerId="ADAL" clId="{E8FEE4C5-62FC-4B08-AED0-397721436883}" dt="2026-02-26T18:12:18.610" v="274" actId="47"/>
        <pc:sldMkLst>
          <pc:docMk/>
          <pc:sldMk cId="4177243912" sldId="5937"/>
        </pc:sldMkLst>
      </pc:sldChg>
      <pc:sldChg chg="del">
        <pc:chgData name="Lars Kasper" userId="b9e79814-f486-4b25-bf06-caeffc162c33" providerId="ADAL" clId="{E8FEE4C5-62FC-4B08-AED0-397721436883}" dt="2026-02-26T18:12:18.610" v="274" actId="47"/>
        <pc:sldMkLst>
          <pc:docMk/>
          <pc:sldMk cId="3446599697" sldId="5956"/>
        </pc:sldMkLst>
      </pc:sldChg>
      <pc:sldChg chg="del">
        <pc:chgData name="Lars Kasper" userId="b9e79814-f486-4b25-bf06-caeffc162c33" providerId="ADAL" clId="{E8FEE4C5-62FC-4B08-AED0-397721436883}" dt="2026-02-26T18:12:18.610" v="274" actId="47"/>
        <pc:sldMkLst>
          <pc:docMk/>
          <pc:sldMk cId="1358400475" sldId="5957"/>
        </pc:sldMkLst>
      </pc:sldChg>
      <pc:sldChg chg="del">
        <pc:chgData name="Lars Kasper" userId="b9e79814-f486-4b25-bf06-caeffc162c33" providerId="ADAL" clId="{E8FEE4C5-62FC-4B08-AED0-397721436883}" dt="2026-02-26T18:12:18.610" v="274" actId="47"/>
        <pc:sldMkLst>
          <pc:docMk/>
          <pc:sldMk cId="944724030" sldId="5977"/>
        </pc:sldMkLst>
      </pc:sldChg>
      <pc:sldChg chg="del">
        <pc:chgData name="Lars Kasper" userId="b9e79814-f486-4b25-bf06-caeffc162c33" providerId="ADAL" clId="{E8FEE4C5-62FC-4B08-AED0-397721436883}" dt="2026-02-26T18:12:18.610" v="274" actId="47"/>
        <pc:sldMkLst>
          <pc:docMk/>
          <pc:sldMk cId="382704561" sldId="5979"/>
        </pc:sldMkLst>
      </pc:sldChg>
      <pc:sldChg chg="del">
        <pc:chgData name="Lars Kasper" userId="b9e79814-f486-4b25-bf06-caeffc162c33" providerId="ADAL" clId="{E8FEE4C5-62FC-4B08-AED0-397721436883}" dt="2026-02-26T18:12:18.610" v="274" actId="47"/>
        <pc:sldMkLst>
          <pc:docMk/>
          <pc:sldMk cId="2558516448" sldId="5984"/>
        </pc:sldMkLst>
      </pc:sldChg>
      <pc:sldChg chg="del">
        <pc:chgData name="Lars Kasper" userId="b9e79814-f486-4b25-bf06-caeffc162c33" providerId="ADAL" clId="{E8FEE4C5-62FC-4B08-AED0-397721436883}" dt="2026-02-26T18:12:18.610" v="274" actId="47"/>
        <pc:sldMkLst>
          <pc:docMk/>
          <pc:sldMk cId="2096101712" sldId="5986"/>
        </pc:sldMkLst>
      </pc:sldChg>
      <pc:sldChg chg="del">
        <pc:chgData name="Lars Kasper" userId="b9e79814-f486-4b25-bf06-caeffc162c33" providerId="ADAL" clId="{E8FEE4C5-62FC-4B08-AED0-397721436883}" dt="2026-02-26T18:12:18.610" v="274" actId="47"/>
        <pc:sldMkLst>
          <pc:docMk/>
          <pc:sldMk cId="3295927585" sldId="5987"/>
        </pc:sldMkLst>
      </pc:sldChg>
      <pc:sldChg chg="del">
        <pc:chgData name="Lars Kasper" userId="b9e79814-f486-4b25-bf06-caeffc162c33" providerId="ADAL" clId="{E8FEE4C5-62FC-4B08-AED0-397721436883}" dt="2026-02-26T18:12:18.610" v="274" actId="47"/>
        <pc:sldMkLst>
          <pc:docMk/>
          <pc:sldMk cId="1805397658" sldId="5993"/>
        </pc:sldMkLst>
      </pc:sldChg>
      <pc:sldChg chg="del">
        <pc:chgData name="Lars Kasper" userId="b9e79814-f486-4b25-bf06-caeffc162c33" providerId="ADAL" clId="{E8FEE4C5-62FC-4B08-AED0-397721436883}" dt="2026-02-26T18:12:18.610" v="274" actId="47"/>
        <pc:sldMkLst>
          <pc:docMk/>
          <pc:sldMk cId="340517476" sldId="5994"/>
        </pc:sldMkLst>
      </pc:sldChg>
      <pc:sldChg chg="del">
        <pc:chgData name="Lars Kasper" userId="b9e79814-f486-4b25-bf06-caeffc162c33" providerId="ADAL" clId="{E8FEE4C5-62FC-4B08-AED0-397721436883}" dt="2026-02-26T18:12:18.610" v="274" actId="47"/>
        <pc:sldMkLst>
          <pc:docMk/>
          <pc:sldMk cId="4840430" sldId="5996"/>
        </pc:sldMkLst>
      </pc:sldChg>
      <pc:sldMasterChg chg="modSldLayout">
        <pc:chgData name="Lars Kasper" userId="b9e79814-f486-4b25-bf06-caeffc162c33" providerId="ADAL" clId="{E8FEE4C5-62FC-4B08-AED0-397721436883}" dt="2026-02-26T18:15:22.330" v="284" actId="14100"/>
        <pc:sldMasterMkLst>
          <pc:docMk/>
          <pc:sldMasterMk cId="3037315817" sldId="2147483894"/>
        </pc:sldMasterMkLst>
        <pc:sldLayoutChg chg="modSp mod">
          <pc:chgData name="Lars Kasper" userId="b9e79814-f486-4b25-bf06-caeffc162c33" providerId="ADAL" clId="{E8FEE4C5-62FC-4B08-AED0-397721436883}" dt="2026-02-26T18:14:08.499" v="283" actId="14100"/>
          <pc:sldLayoutMkLst>
            <pc:docMk/>
            <pc:sldMasterMk cId="3037315817" sldId="2147483894"/>
            <pc:sldLayoutMk cId="4195710250" sldId="2147483895"/>
          </pc:sldLayoutMkLst>
          <pc:spChg chg="mod">
            <ac:chgData name="Lars Kasper" userId="b9e79814-f486-4b25-bf06-caeffc162c33" providerId="ADAL" clId="{E8FEE4C5-62FC-4B08-AED0-397721436883}" dt="2026-02-26T18:14:08.499" v="283" actId="14100"/>
            <ac:spMkLst>
              <pc:docMk/>
              <pc:sldMasterMk cId="3037315817" sldId="2147483894"/>
              <pc:sldLayoutMk cId="4195710250" sldId="2147483895"/>
              <ac:spMk id="4" creationId="{00000000-0000-0000-0000-000000000000}"/>
            </ac:spMkLst>
          </pc:spChg>
        </pc:sldLayoutChg>
        <pc:sldLayoutChg chg="modSp mod">
          <pc:chgData name="Lars Kasper" userId="b9e79814-f486-4b25-bf06-caeffc162c33" providerId="ADAL" clId="{E8FEE4C5-62FC-4B08-AED0-397721436883}" dt="2026-02-26T18:15:22.330" v="284" actId="14100"/>
          <pc:sldLayoutMkLst>
            <pc:docMk/>
            <pc:sldMasterMk cId="3037315817" sldId="2147483894"/>
            <pc:sldLayoutMk cId="4052760653" sldId="2147483896"/>
          </pc:sldLayoutMkLst>
          <pc:spChg chg="mod">
            <ac:chgData name="Lars Kasper" userId="b9e79814-f486-4b25-bf06-caeffc162c33" providerId="ADAL" clId="{E8FEE4C5-62FC-4B08-AED0-397721436883}" dt="2026-02-26T18:15:22.330" v="284" actId="14100"/>
            <ac:spMkLst>
              <pc:docMk/>
              <pc:sldMasterMk cId="3037315817" sldId="2147483894"/>
              <pc:sldLayoutMk cId="4052760653" sldId="2147483896"/>
              <ac:spMk id="4" creationId="{00000000-0000-0000-0000-000000000000}"/>
            </ac:spMkLst>
          </pc:spChg>
        </pc:sldLayoutChg>
      </pc:sldMasterChg>
      <pc:sldMasterChg chg="del delSldLayout">
        <pc:chgData name="Lars Kasper" userId="b9e79814-f486-4b25-bf06-caeffc162c33" providerId="ADAL" clId="{E8FEE4C5-62FC-4B08-AED0-397721436883}" dt="2026-02-26T18:12:18.610" v="274" actId="47"/>
        <pc:sldMasterMkLst>
          <pc:docMk/>
          <pc:sldMasterMk cId="1315530853" sldId="2147483935"/>
        </pc:sldMasterMkLst>
        <pc:sldLayoutChg chg="del">
          <pc:chgData name="Lars Kasper" userId="b9e79814-f486-4b25-bf06-caeffc162c33" providerId="ADAL" clId="{E8FEE4C5-62FC-4B08-AED0-397721436883}" dt="2026-02-26T18:12:18.610" v="274" actId="47"/>
          <pc:sldLayoutMkLst>
            <pc:docMk/>
            <pc:sldMasterMk cId="1315530853" sldId="2147483935"/>
            <pc:sldLayoutMk cId="1725564479" sldId="2147483939"/>
          </pc:sldLayoutMkLst>
        </pc:sldLayoutChg>
        <pc:sldLayoutChg chg="del">
          <pc:chgData name="Lars Kasper" userId="b9e79814-f486-4b25-bf06-caeffc162c33" providerId="ADAL" clId="{E8FEE4C5-62FC-4B08-AED0-397721436883}" dt="2026-02-26T18:12:18.610" v="274" actId="47"/>
          <pc:sldLayoutMkLst>
            <pc:docMk/>
            <pc:sldMasterMk cId="1315530853" sldId="2147483935"/>
            <pc:sldLayoutMk cId="263033990" sldId="2147483941"/>
          </pc:sldLayoutMkLst>
        </pc:sldLayoutChg>
        <pc:sldLayoutChg chg="del">
          <pc:chgData name="Lars Kasper" userId="b9e79814-f486-4b25-bf06-caeffc162c33" providerId="ADAL" clId="{E8FEE4C5-62FC-4B08-AED0-397721436883}" dt="2026-02-26T18:12:18.610" v="274" actId="47"/>
          <pc:sldLayoutMkLst>
            <pc:docMk/>
            <pc:sldMasterMk cId="1315530853" sldId="2147483935"/>
            <pc:sldLayoutMk cId="129653987" sldId="2147483945"/>
          </pc:sldLayoutMkLst>
        </pc:sldLayoutChg>
        <pc:sldLayoutChg chg="del">
          <pc:chgData name="Lars Kasper" userId="b9e79814-f486-4b25-bf06-caeffc162c33" providerId="ADAL" clId="{E8FEE4C5-62FC-4B08-AED0-397721436883}" dt="2026-02-26T18:12:18.610" v="274" actId="47"/>
          <pc:sldLayoutMkLst>
            <pc:docMk/>
            <pc:sldMasterMk cId="1315530853" sldId="2147483935"/>
            <pc:sldLayoutMk cId="3342829047" sldId="2147483946"/>
          </pc:sldLayoutMkLst>
        </pc:sldLayoutChg>
        <pc:sldLayoutChg chg="del">
          <pc:chgData name="Lars Kasper" userId="b9e79814-f486-4b25-bf06-caeffc162c33" providerId="ADAL" clId="{E8FEE4C5-62FC-4B08-AED0-397721436883}" dt="2026-02-26T18:12:18.610" v="274" actId="47"/>
          <pc:sldLayoutMkLst>
            <pc:docMk/>
            <pc:sldMasterMk cId="1315530853" sldId="2147483935"/>
            <pc:sldLayoutMk cId="2327551751" sldId="2147483947"/>
          </pc:sldLayoutMkLst>
        </pc:sldLayoutChg>
        <pc:sldLayoutChg chg="del">
          <pc:chgData name="Lars Kasper" userId="b9e79814-f486-4b25-bf06-caeffc162c33" providerId="ADAL" clId="{E8FEE4C5-62FC-4B08-AED0-397721436883}" dt="2026-02-26T18:12:18.610" v="274" actId="47"/>
          <pc:sldLayoutMkLst>
            <pc:docMk/>
            <pc:sldMasterMk cId="1315530853" sldId="2147483935"/>
            <pc:sldLayoutMk cId="2061555381" sldId="2147483950"/>
          </pc:sldLayoutMkLst>
        </pc:sldLayoutChg>
        <pc:sldLayoutChg chg="del">
          <pc:chgData name="Lars Kasper" userId="b9e79814-f486-4b25-bf06-caeffc162c33" providerId="ADAL" clId="{E8FEE4C5-62FC-4B08-AED0-397721436883}" dt="2026-02-26T18:12:18.610" v="274" actId="47"/>
          <pc:sldLayoutMkLst>
            <pc:docMk/>
            <pc:sldMasterMk cId="1315530853" sldId="2147483935"/>
            <pc:sldLayoutMk cId="493752129" sldId="2147483951"/>
          </pc:sldLayoutMkLst>
        </pc:sldLayoutChg>
        <pc:sldLayoutChg chg="del">
          <pc:chgData name="Lars Kasper" userId="b9e79814-f486-4b25-bf06-caeffc162c33" providerId="ADAL" clId="{E8FEE4C5-62FC-4B08-AED0-397721436883}" dt="2026-02-26T18:12:18.610" v="274" actId="47"/>
          <pc:sldLayoutMkLst>
            <pc:docMk/>
            <pc:sldMasterMk cId="1315530853" sldId="2147483935"/>
            <pc:sldLayoutMk cId="397060471" sldId="2147483971"/>
          </pc:sldLayoutMkLst>
        </pc:sldLayoutChg>
        <pc:sldLayoutChg chg="del">
          <pc:chgData name="Lars Kasper" userId="b9e79814-f486-4b25-bf06-caeffc162c33" providerId="ADAL" clId="{E8FEE4C5-62FC-4B08-AED0-397721436883}" dt="2026-02-26T18:12:18.610" v="274" actId="47"/>
          <pc:sldLayoutMkLst>
            <pc:docMk/>
            <pc:sldMasterMk cId="1315530853" sldId="2147483935"/>
            <pc:sldLayoutMk cId="329892190" sldId="2147483972"/>
          </pc:sldLayoutMkLst>
        </pc:sldLayoutChg>
      </pc:sldMasterChg>
    </pc:docChg>
  </pc:docChgLst>
  <pc:docChgLst>
    <pc:chgData name="Lars Kasper" userId="b9e79814-f486-4b25-bf06-caeffc162c33" providerId="ADAL" clId="{46AB5F56-0184-4B7A-8A6C-38C884424029}"/>
    <pc:docChg chg="custSel addSld delSld modSld sldOrd">
      <pc:chgData name="Lars Kasper" userId="b9e79814-f486-4b25-bf06-caeffc162c33" providerId="ADAL" clId="{46AB5F56-0184-4B7A-8A6C-38C884424029}" dt="2025-10-29T23:34:38.247" v="90" actId="167"/>
      <pc:docMkLst>
        <pc:docMk/>
      </pc:docMkLst>
      <pc:sldChg chg="add">
        <pc:chgData name="Lars Kasper" userId="b9e79814-f486-4b25-bf06-caeffc162c33" providerId="ADAL" clId="{46AB5F56-0184-4B7A-8A6C-38C884424029}" dt="2025-10-24T21:10:39.029" v="0"/>
        <pc:sldMkLst>
          <pc:docMk/>
          <pc:sldMk cId="0" sldId="267"/>
        </pc:sldMkLst>
      </pc:sldChg>
      <pc:sldChg chg="add">
        <pc:chgData name="Lars Kasper" userId="b9e79814-f486-4b25-bf06-caeffc162c33" providerId="ADAL" clId="{46AB5F56-0184-4B7A-8A6C-38C884424029}" dt="2025-10-24T21:10:39.029" v="0"/>
        <pc:sldMkLst>
          <pc:docMk/>
          <pc:sldMk cId="0" sldId="270"/>
        </pc:sldMkLst>
      </pc:sldChg>
      <pc:sldChg chg="modSp add del mod">
        <pc:chgData name="Lars Kasper" userId="b9e79814-f486-4b25-bf06-caeffc162c33" providerId="ADAL" clId="{46AB5F56-0184-4B7A-8A6C-38C884424029}" dt="2025-10-24T21:21:54.216" v="89" actId="20577"/>
        <pc:sldMkLst>
          <pc:docMk/>
          <pc:sldMk cId="1272592947" sldId="5931"/>
        </pc:sldMkLst>
        <pc:spChg chg="mod">
          <ac:chgData name="Lars Kasper" userId="b9e79814-f486-4b25-bf06-caeffc162c33" providerId="ADAL" clId="{46AB5F56-0184-4B7A-8A6C-38C884424029}" dt="2025-10-24T21:21:54.216" v="89" actId="20577"/>
          <ac:spMkLst>
            <pc:docMk/>
            <pc:sldMk cId="1272592947" sldId="5931"/>
            <ac:spMk id="2" creationId="{8C9EDE3D-E0CE-4590-9D3B-E20C0F749422}"/>
          </ac:spMkLst>
        </pc:spChg>
        <pc:spChg chg="mod">
          <ac:chgData name="Lars Kasper" userId="b9e79814-f486-4b25-bf06-caeffc162c33" providerId="ADAL" clId="{46AB5F56-0184-4B7A-8A6C-38C884424029}" dt="2025-10-24T21:21:03.462" v="2" actId="27636"/>
          <ac:spMkLst>
            <pc:docMk/>
            <pc:sldMk cId="1272592947" sldId="5931"/>
            <ac:spMk id="3" creationId="{7A4024D2-40C8-4432-A6E0-2B429B233A4D}"/>
          </ac:spMkLst>
        </pc:spChg>
      </pc:sldChg>
      <pc:sldChg chg="ord">
        <pc:chgData name="Lars Kasper" userId="b9e79814-f486-4b25-bf06-caeffc162c33" providerId="ADAL" clId="{46AB5F56-0184-4B7A-8A6C-38C884424029}" dt="2025-10-24T21:21:06.796" v="4"/>
        <pc:sldMkLst>
          <pc:docMk/>
          <pc:sldMk cId="1358400475" sldId="5957"/>
        </pc:sldMkLst>
      </pc:sldChg>
      <pc:sldChg chg="modSp mod">
        <pc:chgData name="Lars Kasper" userId="b9e79814-f486-4b25-bf06-caeffc162c33" providerId="ADAL" clId="{46AB5F56-0184-4B7A-8A6C-38C884424029}" dt="2025-10-29T23:34:38.247" v="90" actId="167"/>
        <pc:sldMkLst>
          <pc:docMk/>
          <pc:sldMk cId="4840430" sldId="5996"/>
        </pc:sldMkLst>
        <pc:picChg chg="ord">
          <ac:chgData name="Lars Kasper" userId="b9e79814-f486-4b25-bf06-caeffc162c33" providerId="ADAL" clId="{46AB5F56-0184-4B7A-8A6C-38C884424029}" dt="2025-10-29T23:34:38.247" v="90" actId="167"/>
          <ac:picMkLst>
            <pc:docMk/>
            <pc:sldMk cId="4840430" sldId="5996"/>
            <ac:picMk id="8" creationId="{2DC8A200-BFDE-496B-91E4-DC7772487C22}"/>
          </ac:picMkLst>
        </pc:picChg>
        <pc:picChg chg="ord">
          <ac:chgData name="Lars Kasper" userId="b9e79814-f486-4b25-bf06-caeffc162c33" providerId="ADAL" clId="{46AB5F56-0184-4B7A-8A6C-38C884424029}" dt="2025-10-29T23:34:38.247" v="90" actId="167"/>
          <ac:picMkLst>
            <pc:docMk/>
            <pc:sldMk cId="4840430" sldId="5996"/>
            <ac:picMk id="10" creationId="{4C01C324-6C7D-4856-B0C9-1A3E96A7F15B}"/>
          </ac:picMkLst>
        </pc:picChg>
      </pc:sldChg>
      <pc:sldMasterChg chg="delSldLayout">
        <pc:chgData name="Lars Kasper" userId="b9e79814-f486-4b25-bf06-caeffc162c33" providerId="ADAL" clId="{46AB5F56-0184-4B7A-8A6C-38C884424029}" dt="2025-10-24T21:21:12.859" v="5" actId="47"/>
        <pc:sldMasterMkLst>
          <pc:docMk/>
          <pc:sldMasterMk cId="1315530853" sldId="2147483935"/>
        </pc:sldMasterMkLst>
        <pc:sldLayoutChg chg="del">
          <pc:chgData name="Lars Kasper" userId="b9e79814-f486-4b25-bf06-caeffc162c33" providerId="ADAL" clId="{46AB5F56-0184-4B7A-8A6C-38C884424029}" dt="2025-10-24T21:21:12.859" v="5" actId="47"/>
          <pc:sldLayoutMkLst>
            <pc:docMk/>
            <pc:sldMasterMk cId="1315530853" sldId="2147483935"/>
            <pc:sldLayoutMk cId="1475380008" sldId="2147483973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B2D116-02FC-174B-8D08-67DAD4C3514C}" type="doc">
      <dgm:prSet loTypeId="urn:microsoft.com/office/officeart/2005/8/layout/lProcess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BDAECDD-1C5C-F64A-8437-1B90CF547E1F}">
      <dgm:prSet phldrT="[Text]"/>
      <dgm:spPr/>
      <dgm:t>
        <a:bodyPr/>
        <a:lstStyle/>
        <a:p>
          <a:r>
            <a:rPr lang="en-GB" dirty="0">
              <a:solidFill>
                <a:schemeClr val="accent2"/>
              </a:solidFill>
            </a:rPr>
            <a:t>Findable</a:t>
          </a:r>
        </a:p>
      </dgm:t>
    </dgm:pt>
    <dgm:pt modelId="{C2DF6430-A1AC-A24C-8A2D-420EF9331D2E}" type="parTrans" cxnId="{95376B2F-7FAD-774B-96D2-2B1992ED8919}">
      <dgm:prSet/>
      <dgm:spPr/>
      <dgm:t>
        <a:bodyPr/>
        <a:lstStyle/>
        <a:p>
          <a:endParaRPr lang="en-GB"/>
        </a:p>
      </dgm:t>
    </dgm:pt>
    <dgm:pt modelId="{85113132-A05A-7440-AAF5-9E2ECABBFC6B}" type="sibTrans" cxnId="{95376B2F-7FAD-774B-96D2-2B1992ED8919}">
      <dgm:prSet/>
      <dgm:spPr/>
      <dgm:t>
        <a:bodyPr/>
        <a:lstStyle/>
        <a:p>
          <a:endParaRPr lang="en-GB"/>
        </a:p>
      </dgm:t>
    </dgm:pt>
    <dgm:pt modelId="{5AB3DBE5-A0E3-5141-BFB5-4237DCD52261}">
      <dgm:prSet phldrT="[Text]" custT="1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 sz="1400" dirty="0"/>
            <a:t>The first step in (re)using data/code is to find it! </a:t>
          </a:r>
        </a:p>
      </dgm:t>
    </dgm:pt>
    <dgm:pt modelId="{8AE3446F-6366-B440-82CA-6B726F31A14F}" type="parTrans" cxnId="{0D0B6542-9566-234A-8888-F2EF04F455E8}">
      <dgm:prSet/>
      <dgm:spPr/>
      <dgm:t>
        <a:bodyPr/>
        <a:lstStyle/>
        <a:p>
          <a:endParaRPr lang="en-GB"/>
        </a:p>
      </dgm:t>
    </dgm:pt>
    <dgm:pt modelId="{AC874EA2-4E80-9F47-8D81-BA0F17596467}" type="sibTrans" cxnId="{0D0B6542-9566-234A-8888-F2EF04F455E8}">
      <dgm:prSet/>
      <dgm:spPr/>
      <dgm:t>
        <a:bodyPr/>
        <a:lstStyle/>
        <a:p>
          <a:endParaRPr lang="en-GB"/>
        </a:p>
      </dgm:t>
    </dgm:pt>
    <dgm:pt modelId="{D1FD456B-0F68-D344-9A2F-DC1C9118FEF3}">
      <dgm:prSet phldrT="[Text]"/>
      <dgm:spPr/>
      <dgm:t>
        <a:bodyPr/>
        <a:lstStyle/>
        <a:p>
          <a:r>
            <a:rPr lang="en-GB" dirty="0">
              <a:ln>
                <a:solidFill>
                  <a:schemeClr val="accent6"/>
                </a:solidFill>
              </a:ln>
            </a:rPr>
            <a:t>Accessible</a:t>
          </a:r>
        </a:p>
      </dgm:t>
    </dgm:pt>
    <dgm:pt modelId="{32E17234-FA3D-A74B-BD35-D2A1F13FBEC0}" type="parTrans" cxnId="{874C7891-FACF-7C45-8373-08DE44996735}">
      <dgm:prSet/>
      <dgm:spPr/>
      <dgm:t>
        <a:bodyPr/>
        <a:lstStyle/>
        <a:p>
          <a:endParaRPr lang="en-GB"/>
        </a:p>
      </dgm:t>
    </dgm:pt>
    <dgm:pt modelId="{CC72D31B-ED7A-2E48-8AA3-9173C194F06A}" type="sibTrans" cxnId="{874C7891-FACF-7C45-8373-08DE44996735}">
      <dgm:prSet/>
      <dgm:spPr/>
      <dgm:t>
        <a:bodyPr/>
        <a:lstStyle/>
        <a:p>
          <a:endParaRPr lang="en-GB"/>
        </a:p>
      </dgm:t>
    </dgm:pt>
    <dgm:pt modelId="{18848A49-4E3C-384E-866C-871366131F29}">
      <dgm:prSet phldrT="[Text]" custT="1">
        <dgm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 sz="1400" dirty="0"/>
            <a:t>Once the user finds  data and software they need to know how to access it. </a:t>
          </a:r>
        </a:p>
      </dgm:t>
    </dgm:pt>
    <dgm:pt modelId="{26472BBA-5841-C349-8958-CA2060DD89F7}" type="parTrans" cxnId="{E7E257B1-BBE6-084D-BFCE-67931E8DBE59}">
      <dgm:prSet/>
      <dgm:spPr/>
      <dgm:t>
        <a:bodyPr/>
        <a:lstStyle/>
        <a:p>
          <a:endParaRPr lang="en-GB"/>
        </a:p>
      </dgm:t>
    </dgm:pt>
    <dgm:pt modelId="{66B60119-2125-5E42-ACAC-D1ED343CCF51}" type="sibTrans" cxnId="{E7E257B1-BBE6-084D-BFCE-67931E8DBE59}">
      <dgm:prSet/>
      <dgm:spPr/>
      <dgm:t>
        <a:bodyPr/>
        <a:lstStyle/>
        <a:p>
          <a:endParaRPr lang="en-GB"/>
        </a:p>
      </dgm:t>
    </dgm:pt>
    <dgm:pt modelId="{69EE01BE-FA62-CD43-A7D7-CDE1BC36B976}">
      <dgm:prSet phldrT="[Text]" custT="1">
        <dgm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 sz="1100" dirty="0"/>
            <a:t>Data could be openly available; </a:t>
          </a:r>
        </a:p>
        <a:p>
          <a:r>
            <a:rPr lang="en-GB" sz="1100" dirty="0"/>
            <a:t>Also possible that authentication and authorisation is necessary.</a:t>
          </a:r>
        </a:p>
      </dgm:t>
    </dgm:pt>
    <dgm:pt modelId="{FA6BA088-1670-304B-9E2A-426AA9F8F67F}" type="parTrans" cxnId="{DE99AD12-6BB9-9D48-B032-3F1AB619A77A}">
      <dgm:prSet/>
      <dgm:spPr/>
      <dgm:t>
        <a:bodyPr/>
        <a:lstStyle/>
        <a:p>
          <a:endParaRPr lang="en-GB"/>
        </a:p>
      </dgm:t>
    </dgm:pt>
    <dgm:pt modelId="{493E40E8-1AC9-3848-8953-C1DB091B7AF8}" type="sibTrans" cxnId="{DE99AD12-6BB9-9D48-B032-3F1AB619A77A}">
      <dgm:prSet/>
      <dgm:spPr/>
      <dgm:t>
        <a:bodyPr/>
        <a:lstStyle/>
        <a:p>
          <a:endParaRPr lang="en-GB"/>
        </a:p>
      </dgm:t>
    </dgm:pt>
    <dgm:pt modelId="{7340104D-747D-1A46-A991-D979D28AC427}">
      <dgm:prSet phldrT="[Text]"/>
      <dgm:spPr/>
      <dgm:t>
        <a:bodyPr/>
        <a:lstStyle/>
        <a:p>
          <a:r>
            <a:rPr lang="en-GB" dirty="0">
              <a:ln>
                <a:solidFill>
                  <a:schemeClr val="accent4"/>
                </a:solidFill>
              </a:ln>
            </a:rPr>
            <a:t>Interoperable</a:t>
          </a:r>
        </a:p>
      </dgm:t>
    </dgm:pt>
    <dgm:pt modelId="{EE465013-99EE-284C-B05C-8FB60511A7C7}" type="parTrans" cxnId="{19E40C61-3C51-2F4E-A2BB-E1BEC97E5D9A}">
      <dgm:prSet/>
      <dgm:spPr/>
      <dgm:t>
        <a:bodyPr/>
        <a:lstStyle/>
        <a:p>
          <a:endParaRPr lang="en-GB"/>
        </a:p>
      </dgm:t>
    </dgm:pt>
    <dgm:pt modelId="{AEE92B1E-2C4A-ED46-AC27-DCB2C703E015}" type="sibTrans" cxnId="{19E40C61-3C51-2F4E-A2BB-E1BEC97E5D9A}">
      <dgm:prSet/>
      <dgm:spPr/>
      <dgm:t>
        <a:bodyPr/>
        <a:lstStyle/>
        <a:p>
          <a:endParaRPr lang="en-GB"/>
        </a:p>
      </dgm:t>
    </dgm:pt>
    <dgm:pt modelId="{0CBBE7DF-0EE5-2841-B81B-D14C5616FB94}">
      <dgm:prSet phldrT="[Text]"/>
      <dgm:spPr>
        <a:ln>
          <a:solidFill>
            <a:schemeClr val="accent5"/>
          </a:solidFill>
        </a:ln>
      </dgm:spPr>
      <dgm:t>
        <a:bodyPr/>
        <a:lstStyle/>
        <a:p>
          <a:r>
            <a:rPr lang="en-GB" dirty="0"/>
            <a:t>Reusable</a:t>
          </a:r>
        </a:p>
      </dgm:t>
    </dgm:pt>
    <dgm:pt modelId="{BAC7D43C-4F62-8248-AD61-A8D40EB4A615}" type="parTrans" cxnId="{631E9DF6-DC52-B842-86FE-A0C498704531}">
      <dgm:prSet/>
      <dgm:spPr/>
      <dgm:t>
        <a:bodyPr/>
        <a:lstStyle/>
        <a:p>
          <a:endParaRPr lang="en-GB"/>
        </a:p>
      </dgm:t>
    </dgm:pt>
    <dgm:pt modelId="{15DE4052-FD3B-4E4F-8D55-DBCDE70104E8}" type="sibTrans" cxnId="{631E9DF6-DC52-B842-86FE-A0C498704531}">
      <dgm:prSet/>
      <dgm:spPr/>
      <dgm:t>
        <a:bodyPr/>
        <a:lstStyle/>
        <a:p>
          <a:endParaRPr lang="en-GB"/>
        </a:p>
      </dgm:t>
    </dgm:pt>
    <dgm:pt modelId="{B9BAEA80-D794-A84B-8E6A-434EAA384D6F}">
      <dgm:prSet phldrT="[Text]" custT="1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 sz="1100" dirty="0"/>
            <a:t>Data needs to be integrated with other data and interoperate with applications or workflows.</a:t>
          </a:r>
        </a:p>
      </dgm:t>
    </dgm:pt>
    <dgm:pt modelId="{36C5954B-7118-CA44-A120-C2952E833286}" type="parTrans" cxnId="{6653773A-3DA6-3944-B22B-CBA15656B1D4}">
      <dgm:prSet/>
      <dgm:spPr/>
      <dgm:t>
        <a:bodyPr/>
        <a:lstStyle/>
        <a:p>
          <a:endParaRPr lang="en-GB"/>
        </a:p>
      </dgm:t>
    </dgm:pt>
    <dgm:pt modelId="{BE7C3B93-2FAC-3749-906D-BFB14890A519}" type="sibTrans" cxnId="{6653773A-3DA6-3944-B22B-CBA15656B1D4}">
      <dgm:prSet/>
      <dgm:spPr/>
      <dgm:t>
        <a:bodyPr/>
        <a:lstStyle/>
        <a:p>
          <a:endParaRPr lang="en-GB"/>
        </a:p>
      </dgm:t>
    </dgm:pt>
    <dgm:pt modelId="{120FC300-8064-594B-913A-27A07D18329D}">
      <dgm:prSet phldrT="[Text]" custT="1">
        <dgm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 sz="1100" dirty="0"/>
            <a:t>Data should be well-described so that they can be used, combined, and extended in different settings.</a:t>
          </a:r>
        </a:p>
      </dgm:t>
    </dgm:pt>
    <dgm:pt modelId="{B1896C76-80C9-D34F-87EF-CFDB23AC33EA}" type="parTrans" cxnId="{FF005070-4261-C041-B257-CC5872E482F7}">
      <dgm:prSet/>
      <dgm:spPr/>
      <dgm:t>
        <a:bodyPr/>
        <a:lstStyle/>
        <a:p>
          <a:endParaRPr lang="en-GB"/>
        </a:p>
      </dgm:t>
    </dgm:pt>
    <dgm:pt modelId="{CBB60E4A-72D5-D34B-BBDD-37B578B22937}" type="sibTrans" cxnId="{FF005070-4261-C041-B257-CC5872E482F7}">
      <dgm:prSet/>
      <dgm:spPr/>
      <dgm:t>
        <a:bodyPr/>
        <a:lstStyle/>
        <a:p>
          <a:endParaRPr lang="en-GB"/>
        </a:p>
      </dgm:t>
    </dgm:pt>
    <dgm:pt modelId="{0812D0B0-A5F3-1F40-A944-AEC2331B8D47}">
      <dgm:prSet custT="1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 sz="900" dirty="0"/>
            <a:t>Code should be deposited in a repository with a persistent identifier (e.g., DOI)</a:t>
          </a:r>
        </a:p>
      </dgm:t>
    </dgm:pt>
    <dgm:pt modelId="{0AA3C6F0-0B1C-1743-9126-81098FAD2B54}" type="parTrans" cxnId="{9B665762-056C-3742-83D7-FF3CFBF18E72}">
      <dgm:prSet/>
      <dgm:spPr/>
      <dgm:t>
        <a:bodyPr/>
        <a:lstStyle/>
        <a:p>
          <a:endParaRPr lang="en-GB"/>
        </a:p>
      </dgm:t>
    </dgm:pt>
    <dgm:pt modelId="{E5218339-4B8D-A143-8494-9349C559B1E8}" type="sibTrans" cxnId="{9B665762-056C-3742-83D7-FF3CFBF18E72}">
      <dgm:prSet/>
      <dgm:spPr/>
      <dgm:t>
        <a:bodyPr/>
        <a:lstStyle/>
        <a:p>
          <a:endParaRPr lang="en-GB"/>
        </a:p>
      </dgm:t>
    </dgm:pt>
    <dgm:pt modelId="{9A4FDABF-1559-DC4E-8A88-0F9BEB8F7769}">
      <dgm:prSet phldrT="[Text]" custT="1">
        <dgm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buNone/>
          </a:pPr>
          <a:r>
            <a:rPr lang="en-GB" sz="900" dirty="0"/>
            <a:t>The repository should be publicly available or provide clear access procedures, version control, and instructions for installation and dependencies.</a:t>
          </a:r>
        </a:p>
      </dgm:t>
    </dgm:pt>
    <dgm:pt modelId="{DE3ACC60-DB3A-D14C-A388-AED70699A281}" type="parTrans" cxnId="{C0390D5E-F065-8D42-BA48-E38E2A224B9E}">
      <dgm:prSet/>
      <dgm:spPr/>
      <dgm:t>
        <a:bodyPr/>
        <a:lstStyle/>
        <a:p>
          <a:endParaRPr lang="en-GB"/>
        </a:p>
      </dgm:t>
    </dgm:pt>
    <dgm:pt modelId="{6E9A294F-1D44-BF47-A177-A043AE9F449B}" type="sibTrans" cxnId="{C0390D5E-F065-8D42-BA48-E38E2A224B9E}">
      <dgm:prSet/>
      <dgm:spPr/>
      <dgm:t>
        <a:bodyPr/>
        <a:lstStyle/>
        <a:p>
          <a:endParaRPr lang="en-GB"/>
        </a:p>
      </dgm:t>
    </dgm:pt>
    <dgm:pt modelId="{23C5BDBD-41C7-5D4D-94FB-A144408EE255}">
      <dgm:prSet custT="1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buNone/>
          </a:pPr>
          <a:r>
            <a:rPr lang="en-GB" sz="900" dirty="0"/>
            <a:t>Follow community standards and use interoperable formats</a:t>
          </a:r>
        </a:p>
        <a:p>
          <a:pPr>
            <a:buNone/>
          </a:pPr>
          <a:r>
            <a:rPr lang="en-GB" sz="900" dirty="0"/>
            <a:t>Libraries, and APIs integrated with other software, workflows, or data. Clear documentation of inputs and outputs supports interoperability.</a:t>
          </a:r>
        </a:p>
      </dgm:t>
    </dgm:pt>
    <dgm:pt modelId="{EEE85BCC-495B-9B4D-B508-8AC59E1B63CD}" type="parTrans" cxnId="{263DA760-EB54-2849-AAB8-E06902D81904}">
      <dgm:prSet/>
      <dgm:spPr/>
      <dgm:t>
        <a:bodyPr/>
        <a:lstStyle/>
        <a:p>
          <a:endParaRPr lang="en-GB"/>
        </a:p>
      </dgm:t>
    </dgm:pt>
    <dgm:pt modelId="{41B6E938-CE4A-A445-B23D-A9E6267D879A}" type="sibTrans" cxnId="{263DA760-EB54-2849-AAB8-E06902D81904}">
      <dgm:prSet/>
      <dgm:spPr/>
      <dgm:t>
        <a:bodyPr/>
        <a:lstStyle/>
        <a:p>
          <a:endParaRPr lang="en-GB"/>
        </a:p>
      </dgm:t>
    </dgm:pt>
    <dgm:pt modelId="{0D35C590-6DBA-A94B-9B8C-F16F7AF6686F}">
      <dgm:prSet phldrT="[Text]" custT="1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 sz="1400" dirty="0"/>
            <a:t>Data and code need to be interoperable for humans and machines!</a:t>
          </a:r>
        </a:p>
      </dgm:t>
    </dgm:pt>
    <dgm:pt modelId="{6945E35C-0188-1542-A485-B0CB57566BB7}" type="parTrans" cxnId="{BE49811E-7315-5C42-84A7-E04ADD43A51A}">
      <dgm:prSet/>
      <dgm:spPr/>
      <dgm:t>
        <a:bodyPr/>
        <a:lstStyle/>
        <a:p>
          <a:endParaRPr lang="en-GB"/>
        </a:p>
      </dgm:t>
    </dgm:pt>
    <dgm:pt modelId="{DB2E9DE6-8456-BA4A-9981-568128D4ABC6}" type="sibTrans" cxnId="{BE49811E-7315-5C42-84A7-E04ADD43A51A}">
      <dgm:prSet/>
      <dgm:spPr/>
      <dgm:t>
        <a:bodyPr/>
        <a:lstStyle/>
        <a:p>
          <a:endParaRPr lang="en-GB"/>
        </a:p>
      </dgm:t>
    </dgm:pt>
    <dgm:pt modelId="{EA01B586-024B-DA4F-913D-2F8AE0B76B01}">
      <dgm:prSet phldrT="[Text]" custT="1">
        <dgm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 sz="1400" dirty="0"/>
            <a:t>Share all information about your data, code and its provenance.</a:t>
          </a:r>
        </a:p>
      </dgm:t>
    </dgm:pt>
    <dgm:pt modelId="{8EEA1D6B-3AB8-EA44-916E-50CFA2B3E572}" type="parTrans" cxnId="{9F5EBEE2-F2B1-C54E-80BC-ED00441875EA}">
      <dgm:prSet/>
      <dgm:spPr/>
      <dgm:t>
        <a:bodyPr/>
        <a:lstStyle/>
        <a:p>
          <a:endParaRPr lang="en-GB"/>
        </a:p>
      </dgm:t>
    </dgm:pt>
    <dgm:pt modelId="{71A677B2-22CF-5840-B5A9-F30E0369EC99}" type="sibTrans" cxnId="{9F5EBEE2-F2B1-C54E-80BC-ED00441875EA}">
      <dgm:prSet/>
      <dgm:spPr/>
      <dgm:t>
        <a:bodyPr/>
        <a:lstStyle/>
        <a:p>
          <a:endParaRPr lang="en-GB"/>
        </a:p>
      </dgm:t>
    </dgm:pt>
    <dgm:pt modelId="{250A3763-414E-2846-BEED-114184EFD5D7}">
      <dgm:prSet custT="1">
        <dgm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buNone/>
          </a:pPr>
          <a:r>
            <a:rPr lang="en-GB" sz="900" dirty="0"/>
            <a:t>Code should be well-documented, versioned, and released under an explicit open-source license. </a:t>
          </a:r>
        </a:p>
        <a:p>
          <a:pPr>
            <a:buNone/>
          </a:pPr>
          <a:r>
            <a:rPr lang="en-GB" sz="900" dirty="0"/>
            <a:t>Include examples or tests so that others can understand, adapt, and extend it for new contexts.</a:t>
          </a:r>
        </a:p>
      </dgm:t>
    </dgm:pt>
    <dgm:pt modelId="{95ACF191-265D-664A-A5E3-676181285F75}" type="parTrans" cxnId="{80F92155-DE9E-6147-BA96-ED5C9C38DEA1}">
      <dgm:prSet/>
      <dgm:spPr/>
      <dgm:t>
        <a:bodyPr/>
        <a:lstStyle/>
        <a:p>
          <a:endParaRPr lang="en-GB"/>
        </a:p>
      </dgm:t>
    </dgm:pt>
    <dgm:pt modelId="{FC73496F-6AB0-004E-9CBF-89801F3BA110}" type="sibTrans" cxnId="{80F92155-DE9E-6147-BA96-ED5C9C38DEA1}">
      <dgm:prSet/>
      <dgm:spPr/>
      <dgm:t>
        <a:bodyPr/>
        <a:lstStyle/>
        <a:p>
          <a:endParaRPr lang="en-GB"/>
        </a:p>
      </dgm:t>
    </dgm:pt>
    <dgm:pt modelId="{07B87E5E-D500-5547-9626-DDAE5DB6371E}">
      <dgm:prSet phldrT="[Text]" custT="1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 sz="1100" dirty="0"/>
            <a:t>Descriptive metadata (title, authors, keywords, version) is essential</a:t>
          </a:r>
        </a:p>
      </dgm:t>
    </dgm:pt>
    <dgm:pt modelId="{DD15E7C7-71D4-BB4F-89F4-E52B2124A32E}" type="sibTrans" cxnId="{13EA79B6-663B-694A-BE49-2707775A42E7}">
      <dgm:prSet/>
      <dgm:spPr/>
      <dgm:t>
        <a:bodyPr/>
        <a:lstStyle/>
        <a:p>
          <a:endParaRPr lang="en-GB"/>
        </a:p>
      </dgm:t>
    </dgm:pt>
    <dgm:pt modelId="{3E62D13A-D427-4B42-973F-D30BDCB113F7}" type="parTrans" cxnId="{13EA79B6-663B-694A-BE49-2707775A42E7}">
      <dgm:prSet/>
      <dgm:spPr/>
      <dgm:t>
        <a:bodyPr/>
        <a:lstStyle/>
        <a:p>
          <a:endParaRPr lang="en-GB"/>
        </a:p>
      </dgm:t>
    </dgm:pt>
    <dgm:pt modelId="{E8940526-A4D0-EB4D-9318-4357EBB1EE4A}" type="pres">
      <dgm:prSet presAssocID="{C4B2D116-02FC-174B-8D08-67DAD4C3514C}" presName="theList" presStyleCnt="0">
        <dgm:presLayoutVars>
          <dgm:dir/>
          <dgm:animLvl val="lvl"/>
          <dgm:resizeHandles val="exact"/>
        </dgm:presLayoutVars>
      </dgm:prSet>
      <dgm:spPr/>
    </dgm:pt>
    <dgm:pt modelId="{8CF66EFF-D5FF-AF49-88C5-240968693995}" type="pres">
      <dgm:prSet presAssocID="{4BDAECDD-1C5C-F64A-8437-1B90CF547E1F}" presName="compNode" presStyleCnt="0"/>
      <dgm:spPr/>
    </dgm:pt>
    <dgm:pt modelId="{6A8EA169-E957-214F-AE70-8CBC97D6E9F6}" type="pres">
      <dgm:prSet presAssocID="{4BDAECDD-1C5C-F64A-8437-1B90CF547E1F}" presName="aNode" presStyleLbl="bgShp" presStyleIdx="0" presStyleCnt="4"/>
      <dgm:spPr/>
    </dgm:pt>
    <dgm:pt modelId="{8C48DF08-05FD-2843-BB6E-68FF87269791}" type="pres">
      <dgm:prSet presAssocID="{4BDAECDD-1C5C-F64A-8437-1B90CF547E1F}" presName="textNode" presStyleLbl="bgShp" presStyleIdx="0" presStyleCnt="4"/>
      <dgm:spPr/>
    </dgm:pt>
    <dgm:pt modelId="{3DE35F13-F465-F946-87FA-461DDBFDE1D7}" type="pres">
      <dgm:prSet presAssocID="{4BDAECDD-1C5C-F64A-8437-1B90CF547E1F}" presName="compChildNode" presStyleCnt="0"/>
      <dgm:spPr/>
    </dgm:pt>
    <dgm:pt modelId="{1A85CE25-D811-2245-9316-80A3BEFBED18}" type="pres">
      <dgm:prSet presAssocID="{4BDAECDD-1C5C-F64A-8437-1B90CF547E1F}" presName="theInnerList" presStyleCnt="0"/>
      <dgm:spPr/>
    </dgm:pt>
    <dgm:pt modelId="{9913D525-D555-504D-A803-5BBBFFFCFEC5}" type="pres">
      <dgm:prSet presAssocID="{5AB3DBE5-A0E3-5141-BFB5-4237DCD52261}" presName="childNode" presStyleLbl="node1" presStyleIdx="0" presStyleCnt="12" custLinFactY="-26768" custLinFactNeighborY="-100000">
        <dgm:presLayoutVars>
          <dgm:bulletEnabled val="1"/>
        </dgm:presLayoutVars>
      </dgm:prSet>
      <dgm:spPr/>
    </dgm:pt>
    <dgm:pt modelId="{18754439-992E-CC4E-8657-F0915D650604}" type="pres">
      <dgm:prSet presAssocID="{5AB3DBE5-A0E3-5141-BFB5-4237DCD52261}" presName="aSpace2" presStyleCnt="0"/>
      <dgm:spPr/>
    </dgm:pt>
    <dgm:pt modelId="{C0C0BA0B-82D9-E649-BE85-2ECE00D383C3}" type="pres">
      <dgm:prSet presAssocID="{07B87E5E-D500-5547-9626-DDAE5DB6371E}" presName="childNode" presStyleLbl="node1" presStyleIdx="1" presStyleCnt="12" custLinFactY="-20997" custLinFactNeighborY="-100000">
        <dgm:presLayoutVars>
          <dgm:bulletEnabled val="1"/>
        </dgm:presLayoutVars>
      </dgm:prSet>
      <dgm:spPr/>
    </dgm:pt>
    <dgm:pt modelId="{5CB3EAE9-3686-AF4B-A206-5CE5C833E655}" type="pres">
      <dgm:prSet presAssocID="{07B87E5E-D500-5547-9626-DDAE5DB6371E}" presName="aSpace2" presStyleCnt="0"/>
      <dgm:spPr/>
    </dgm:pt>
    <dgm:pt modelId="{F33DA0EC-B46D-C54E-92AF-DFDB87818935}" type="pres">
      <dgm:prSet presAssocID="{0812D0B0-A5F3-1F40-A944-AEC2331B8D47}" presName="childNode" presStyleLbl="node1" presStyleIdx="2" presStyleCnt="12">
        <dgm:presLayoutVars>
          <dgm:bulletEnabled val="1"/>
        </dgm:presLayoutVars>
      </dgm:prSet>
      <dgm:spPr/>
    </dgm:pt>
    <dgm:pt modelId="{9F8EF287-8608-A44C-8162-963CEAA5D9E8}" type="pres">
      <dgm:prSet presAssocID="{4BDAECDD-1C5C-F64A-8437-1B90CF547E1F}" presName="aSpace" presStyleCnt="0"/>
      <dgm:spPr/>
    </dgm:pt>
    <dgm:pt modelId="{AFFEADD6-0FA7-B14A-863D-D5C23E9561D4}" type="pres">
      <dgm:prSet presAssocID="{D1FD456B-0F68-D344-9A2F-DC1C9118FEF3}" presName="compNode" presStyleCnt="0"/>
      <dgm:spPr/>
    </dgm:pt>
    <dgm:pt modelId="{80CB2790-7401-E347-8E3D-8E18934EA7FA}" type="pres">
      <dgm:prSet presAssocID="{D1FD456B-0F68-D344-9A2F-DC1C9118FEF3}" presName="aNode" presStyleLbl="bgShp" presStyleIdx="1" presStyleCnt="4"/>
      <dgm:spPr/>
    </dgm:pt>
    <dgm:pt modelId="{2E069F81-8963-7948-9E4B-276740724C70}" type="pres">
      <dgm:prSet presAssocID="{D1FD456B-0F68-D344-9A2F-DC1C9118FEF3}" presName="textNode" presStyleLbl="bgShp" presStyleIdx="1" presStyleCnt="4"/>
      <dgm:spPr/>
    </dgm:pt>
    <dgm:pt modelId="{CE6141F0-38F7-C44D-9B49-E1413C48EF56}" type="pres">
      <dgm:prSet presAssocID="{D1FD456B-0F68-D344-9A2F-DC1C9118FEF3}" presName="compChildNode" presStyleCnt="0"/>
      <dgm:spPr/>
    </dgm:pt>
    <dgm:pt modelId="{B516DD81-C2F1-0847-A27B-EEABE44CE3BE}" type="pres">
      <dgm:prSet presAssocID="{D1FD456B-0F68-D344-9A2F-DC1C9118FEF3}" presName="theInnerList" presStyleCnt="0"/>
      <dgm:spPr/>
    </dgm:pt>
    <dgm:pt modelId="{FAB5F4E4-0292-AD45-9E6A-49D4A45096E6}" type="pres">
      <dgm:prSet presAssocID="{18848A49-4E3C-384E-866C-871366131F29}" presName="childNode" presStyleLbl="node1" presStyleIdx="3" presStyleCnt="12" custLinFactY="-26768" custLinFactNeighborY="-100000">
        <dgm:presLayoutVars>
          <dgm:bulletEnabled val="1"/>
        </dgm:presLayoutVars>
      </dgm:prSet>
      <dgm:spPr/>
    </dgm:pt>
    <dgm:pt modelId="{21116EA7-FE88-DD4A-8115-374FE7F8C174}" type="pres">
      <dgm:prSet presAssocID="{18848A49-4E3C-384E-866C-871366131F29}" presName="aSpace2" presStyleCnt="0"/>
      <dgm:spPr/>
    </dgm:pt>
    <dgm:pt modelId="{22C95B2F-6F1C-EC42-8BCD-5EE5CA0B1538}" type="pres">
      <dgm:prSet presAssocID="{69EE01BE-FA62-CD43-A7D7-CDE1BC36B976}" presName="childNode" presStyleLbl="node1" presStyleIdx="4" presStyleCnt="12" custLinFactY="-20997" custLinFactNeighborY="-100000">
        <dgm:presLayoutVars>
          <dgm:bulletEnabled val="1"/>
        </dgm:presLayoutVars>
      </dgm:prSet>
      <dgm:spPr/>
    </dgm:pt>
    <dgm:pt modelId="{C2AC6A6D-C366-2847-AFE9-4918246FF9DB}" type="pres">
      <dgm:prSet presAssocID="{69EE01BE-FA62-CD43-A7D7-CDE1BC36B976}" presName="aSpace2" presStyleCnt="0"/>
      <dgm:spPr/>
    </dgm:pt>
    <dgm:pt modelId="{9C6B1304-1091-5D45-820F-7BCF9A5242A6}" type="pres">
      <dgm:prSet presAssocID="{9A4FDABF-1559-DC4E-8A88-0F9BEB8F7769}" presName="childNode" presStyleLbl="node1" presStyleIdx="5" presStyleCnt="12">
        <dgm:presLayoutVars>
          <dgm:bulletEnabled val="1"/>
        </dgm:presLayoutVars>
      </dgm:prSet>
      <dgm:spPr/>
    </dgm:pt>
    <dgm:pt modelId="{93632CDA-BF67-B54E-A957-043877D4A4CB}" type="pres">
      <dgm:prSet presAssocID="{D1FD456B-0F68-D344-9A2F-DC1C9118FEF3}" presName="aSpace" presStyleCnt="0"/>
      <dgm:spPr/>
    </dgm:pt>
    <dgm:pt modelId="{E693435E-3E1F-FE40-897F-B40F865D09A2}" type="pres">
      <dgm:prSet presAssocID="{7340104D-747D-1A46-A991-D979D28AC427}" presName="compNode" presStyleCnt="0"/>
      <dgm:spPr/>
    </dgm:pt>
    <dgm:pt modelId="{804D856C-195A-4646-92A9-C235C8F6933D}" type="pres">
      <dgm:prSet presAssocID="{7340104D-747D-1A46-A991-D979D28AC427}" presName="aNode" presStyleLbl="bgShp" presStyleIdx="2" presStyleCnt="4"/>
      <dgm:spPr/>
    </dgm:pt>
    <dgm:pt modelId="{A8482574-093A-F540-BCC8-7D87B2954CE7}" type="pres">
      <dgm:prSet presAssocID="{7340104D-747D-1A46-A991-D979D28AC427}" presName="textNode" presStyleLbl="bgShp" presStyleIdx="2" presStyleCnt="4"/>
      <dgm:spPr/>
    </dgm:pt>
    <dgm:pt modelId="{582CB62F-C6EC-EE4C-8797-A1246E599432}" type="pres">
      <dgm:prSet presAssocID="{7340104D-747D-1A46-A991-D979D28AC427}" presName="compChildNode" presStyleCnt="0"/>
      <dgm:spPr/>
    </dgm:pt>
    <dgm:pt modelId="{115A2915-E9AB-9041-A43E-E412CE358FA8}" type="pres">
      <dgm:prSet presAssocID="{7340104D-747D-1A46-A991-D979D28AC427}" presName="theInnerList" presStyleCnt="0"/>
      <dgm:spPr/>
    </dgm:pt>
    <dgm:pt modelId="{71554167-A3CE-6A4A-951A-4AC0B387B737}" type="pres">
      <dgm:prSet presAssocID="{0D35C590-6DBA-A94B-9B8C-F16F7AF6686F}" presName="childNode" presStyleLbl="node1" presStyleIdx="6" presStyleCnt="12" custLinFactY="-26768" custLinFactNeighborY="-100000">
        <dgm:presLayoutVars>
          <dgm:bulletEnabled val="1"/>
        </dgm:presLayoutVars>
      </dgm:prSet>
      <dgm:spPr/>
    </dgm:pt>
    <dgm:pt modelId="{BD3D0B32-CEA5-4147-A59F-3CFA0BE661C0}" type="pres">
      <dgm:prSet presAssocID="{0D35C590-6DBA-A94B-9B8C-F16F7AF6686F}" presName="aSpace2" presStyleCnt="0"/>
      <dgm:spPr/>
    </dgm:pt>
    <dgm:pt modelId="{41E2B488-461F-3243-9CEC-8374C4B300FE}" type="pres">
      <dgm:prSet presAssocID="{B9BAEA80-D794-A84B-8E6A-434EAA384D6F}" presName="childNode" presStyleLbl="node1" presStyleIdx="7" presStyleCnt="12" custLinFactY="-20997" custLinFactNeighborY="-100000">
        <dgm:presLayoutVars>
          <dgm:bulletEnabled val="1"/>
        </dgm:presLayoutVars>
      </dgm:prSet>
      <dgm:spPr/>
    </dgm:pt>
    <dgm:pt modelId="{7A3A85B8-75DF-AA4B-B9D1-E509AB492E70}" type="pres">
      <dgm:prSet presAssocID="{B9BAEA80-D794-A84B-8E6A-434EAA384D6F}" presName="aSpace2" presStyleCnt="0"/>
      <dgm:spPr/>
    </dgm:pt>
    <dgm:pt modelId="{BAF059C5-8308-F847-AA95-425A45E01F40}" type="pres">
      <dgm:prSet presAssocID="{23C5BDBD-41C7-5D4D-94FB-A144408EE255}" presName="childNode" presStyleLbl="node1" presStyleIdx="8" presStyleCnt="12" custScaleY="130383">
        <dgm:presLayoutVars>
          <dgm:bulletEnabled val="1"/>
        </dgm:presLayoutVars>
      </dgm:prSet>
      <dgm:spPr/>
    </dgm:pt>
    <dgm:pt modelId="{B32CFBED-0A1E-F944-9F68-19162CE7C228}" type="pres">
      <dgm:prSet presAssocID="{7340104D-747D-1A46-A991-D979D28AC427}" presName="aSpace" presStyleCnt="0"/>
      <dgm:spPr/>
    </dgm:pt>
    <dgm:pt modelId="{9997DB89-A438-C144-B46E-C4B84F9E0A4B}" type="pres">
      <dgm:prSet presAssocID="{0CBBE7DF-0EE5-2841-B81B-D14C5616FB94}" presName="compNode" presStyleCnt="0"/>
      <dgm:spPr/>
    </dgm:pt>
    <dgm:pt modelId="{EA0D9341-5FA1-AB4C-B82D-04B0F599434B}" type="pres">
      <dgm:prSet presAssocID="{0CBBE7DF-0EE5-2841-B81B-D14C5616FB94}" presName="aNode" presStyleLbl="bgShp" presStyleIdx="3" presStyleCnt="4"/>
      <dgm:spPr/>
    </dgm:pt>
    <dgm:pt modelId="{97A0C7DC-1EAB-8741-A7F8-A6CEF1358FAE}" type="pres">
      <dgm:prSet presAssocID="{0CBBE7DF-0EE5-2841-B81B-D14C5616FB94}" presName="textNode" presStyleLbl="bgShp" presStyleIdx="3" presStyleCnt="4"/>
      <dgm:spPr/>
    </dgm:pt>
    <dgm:pt modelId="{5839477F-5AB1-1E48-82CF-47AC03D7421E}" type="pres">
      <dgm:prSet presAssocID="{0CBBE7DF-0EE5-2841-B81B-D14C5616FB94}" presName="compChildNode" presStyleCnt="0"/>
      <dgm:spPr/>
    </dgm:pt>
    <dgm:pt modelId="{6F1B9247-4818-E141-9813-7697A8884C1F}" type="pres">
      <dgm:prSet presAssocID="{0CBBE7DF-0EE5-2841-B81B-D14C5616FB94}" presName="theInnerList" presStyleCnt="0"/>
      <dgm:spPr/>
    </dgm:pt>
    <dgm:pt modelId="{A388B5E0-6798-6C40-A4B2-A0D68B5C71A3}" type="pres">
      <dgm:prSet presAssocID="{EA01B586-024B-DA4F-913D-2F8AE0B76B01}" presName="childNode" presStyleLbl="node1" presStyleIdx="9" presStyleCnt="12" custLinFactY="-26768" custLinFactNeighborY="-100000">
        <dgm:presLayoutVars>
          <dgm:bulletEnabled val="1"/>
        </dgm:presLayoutVars>
      </dgm:prSet>
      <dgm:spPr/>
    </dgm:pt>
    <dgm:pt modelId="{E533F41C-4827-5D47-B36E-09669AF458CF}" type="pres">
      <dgm:prSet presAssocID="{EA01B586-024B-DA4F-913D-2F8AE0B76B01}" presName="aSpace2" presStyleCnt="0"/>
      <dgm:spPr/>
    </dgm:pt>
    <dgm:pt modelId="{72A8B4BC-206A-6F47-9666-DD7DA7272A35}" type="pres">
      <dgm:prSet presAssocID="{120FC300-8064-594B-913A-27A07D18329D}" presName="childNode" presStyleLbl="node1" presStyleIdx="10" presStyleCnt="12" custLinFactY="-20997" custLinFactNeighborY="-100000">
        <dgm:presLayoutVars>
          <dgm:bulletEnabled val="1"/>
        </dgm:presLayoutVars>
      </dgm:prSet>
      <dgm:spPr/>
    </dgm:pt>
    <dgm:pt modelId="{BE322F89-2650-7549-A0B8-0F124B13B4D5}" type="pres">
      <dgm:prSet presAssocID="{120FC300-8064-594B-913A-27A07D18329D}" presName="aSpace2" presStyleCnt="0"/>
      <dgm:spPr/>
    </dgm:pt>
    <dgm:pt modelId="{16FBDD07-2EE2-B349-BF6D-AEB384AAA688}" type="pres">
      <dgm:prSet presAssocID="{250A3763-414E-2846-BEED-114184EFD5D7}" presName="childNode" presStyleLbl="node1" presStyleIdx="11" presStyleCnt="12" custScaleY="120762">
        <dgm:presLayoutVars>
          <dgm:bulletEnabled val="1"/>
        </dgm:presLayoutVars>
      </dgm:prSet>
      <dgm:spPr/>
    </dgm:pt>
  </dgm:ptLst>
  <dgm:cxnLst>
    <dgm:cxn modelId="{8ACD6106-A99B-7646-B140-CAD6B160143E}" type="presOf" srcId="{120FC300-8064-594B-913A-27A07D18329D}" destId="{72A8B4BC-206A-6F47-9666-DD7DA7272A35}" srcOrd="0" destOrd="0" presId="urn:microsoft.com/office/officeart/2005/8/layout/lProcess2"/>
    <dgm:cxn modelId="{34400009-DF24-3B40-A91D-F959266C27B7}" type="presOf" srcId="{0812D0B0-A5F3-1F40-A944-AEC2331B8D47}" destId="{F33DA0EC-B46D-C54E-92AF-DFDB87818935}" srcOrd="0" destOrd="0" presId="urn:microsoft.com/office/officeart/2005/8/layout/lProcess2"/>
    <dgm:cxn modelId="{1CE30F12-FD93-B14E-8053-98BCC3FB2360}" type="presOf" srcId="{C4B2D116-02FC-174B-8D08-67DAD4C3514C}" destId="{E8940526-A4D0-EB4D-9318-4357EBB1EE4A}" srcOrd="0" destOrd="0" presId="urn:microsoft.com/office/officeart/2005/8/layout/lProcess2"/>
    <dgm:cxn modelId="{DE99AD12-6BB9-9D48-B032-3F1AB619A77A}" srcId="{D1FD456B-0F68-D344-9A2F-DC1C9118FEF3}" destId="{69EE01BE-FA62-CD43-A7D7-CDE1BC36B976}" srcOrd="1" destOrd="0" parTransId="{FA6BA088-1670-304B-9E2A-426AA9F8F67F}" sibTransId="{493E40E8-1AC9-3848-8953-C1DB091B7AF8}"/>
    <dgm:cxn modelId="{FA041417-7F34-BD4F-90E5-A332897C1C58}" type="presOf" srcId="{0D35C590-6DBA-A94B-9B8C-F16F7AF6686F}" destId="{71554167-A3CE-6A4A-951A-4AC0B387B737}" srcOrd="0" destOrd="0" presId="urn:microsoft.com/office/officeart/2005/8/layout/lProcess2"/>
    <dgm:cxn modelId="{5728711D-8B01-944A-88B5-251888E629C4}" type="presOf" srcId="{0CBBE7DF-0EE5-2841-B81B-D14C5616FB94}" destId="{97A0C7DC-1EAB-8741-A7F8-A6CEF1358FAE}" srcOrd="1" destOrd="0" presId="urn:microsoft.com/office/officeart/2005/8/layout/lProcess2"/>
    <dgm:cxn modelId="{BE49811E-7315-5C42-84A7-E04ADD43A51A}" srcId="{7340104D-747D-1A46-A991-D979D28AC427}" destId="{0D35C590-6DBA-A94B-9B8C-F16F7AF6686F}" srcOrd="0" destOrd="0" parTransId="{6945E35C-0188-1542-A485-B0CB57566BB7}" sibTransId="{DB2E9DE6-8456-BA4A-9981-568128D4ABC6}"/>
    <dgm:cxn modelId="{B72EC31F-D906-3D4F-8DC8-95E7D72370FC}" type="presOf" srcId="{7340104D-747D-1A46-A991-D979D28AC427}" destId="{804D856C-195A-4646-92A9-C235C8F6933D}" srcOrd="0" destOrd="0" presId="urn:microsoft.com/office/officeart/2005/8/layout/lProcess2"/>
    <dgm:cxn modelId="{72F51E27-B0D5-BA4D-B851-CF2590167FE2}" type="presOf" srcId="{07B87E5E-D500-5547-9626-DDAE5DB6371E}" destId="{C0C0BA0B-82D9-E649-BE85-2ECE00D383C3}" srcOrd="0" destOrd="0" presId="urn:microsoft.com/office/officeart/2005/8/layout/lProcess2"/>
    <dgm:cxn modelId="{E054FF27-12CC-2342-8EB6-1A32F94B7231}" type="presOf" srcId="{D1FD456B-0F68-D344-9A2F-DC1C9118FEF3}" destId="{2E069F81-8963-7948-9E4B-276740724C70}" srcOrd="1" destOrd="0" presId="urn:microsoft.com/office/officeart/2005/8/layout/lProcess2"/>
    <dgm:cxn modelId="{95376B2F-7FAD-774B-96D2-2B1992ED8919}" srcId="{C4B2D116-02FC-174B-8D08-67DAD4C3514C}" destId="{4BDAECDD-1C5C-F64A-8437-1B90CF547E1F}" srcOrd="0" destOrd="0" parTransId="{C2DF6430-A1AC-A24C-8A2D-420EF9331D2E}" sibTransId="{85113132-A05A-7440-AAF5-9E2ECABBFC6B}"/>
    <dgm:cxn modelId="{6653773A-3DA6-3944-B22B-CBA15656B1D4}" srcId="{7340104D-747D-1A46-A991-D979D28AC427}" destId="{B9BAEA80-D794-A84B-8E6A-434EAA384D6F}" srcOrd="1" destOrd="0" parTransId="{36C5954B-7118-CA44-A120-C2952E833286}" sibTransId="{BE7C3B93-2FAC-3749-906D-BFB14890A519}"/>
    <dgm:cxn modelId="{E525213B-E782-3349-BCD5-4EAD70AF40A3}" type="presOf" srcId="{D1FD456B-0F68-D344-9A2F-DC1C9118FEF3}" destId="{80CB2790-7401-E347-8E3D-8E18934EA7FA}" srcOrd="0" destOrd="0" presId="urn:microsoft.com/office/officeart/2005/8/layout/lProcess2"/>
    <dgm:cxn modelId="{C0390D5E-F065-8D42-BA48-E38E2A224B9E}" srcId="{D1FD456B-0F68-D344-9A2F-DC1C9118FEF3}" destId="{9A4FDABF-1559-DC4E-8A88-0F9BEB8F7769}" srcOrd="2" destOrd="0" parTransId="{DE3ACC60-DB3A-D14C-A388-AED70699A281}" sibTransId="{6E9A294F-1D44-BF47-A177-A043AE9F449B}"/>
    <dgm:cxn modelId="{263DA760-EB54-2849-AAB8-E06902D81904}" srcId="{7340104D-747D-1A46-A991-D979D28AC427}" destId="{23C5BDBD-41C7-5D4D-94FB-A144408EE255}" srcOrd="2" destOrd="0" parTransId="{EEE85BCC-495B-9B4D-B508-8AC59E1B63CD}" sibTransId="{41B6E938-CE4A-A445-B23D-A9E6267D879A}"/>
    <dgm:cxn modelId="{19E40C61-3C51-2F4E-A2BB-E1BEC97E5D9A}" srcId="{C4B2D116-02FC-174B-8D08-67DAD4C3514C}" destId="{7340104D-747D-1A46-A991-D979D28AC427}" srcOrd="2" destOrd="0" parTransId="{EE465013-99EE-284C-B05C-8FB60511A7C7}" sibTransId="{AEE92B1E-2C4A-ED46-AC27-DCB2C703E015}"/>
    <dgm:cxn modelId="{0D0B6542-9566-234A-8888-F2EF04F455E8}" srcId="{4BDAECDD-1C5C-F64A-8437-1B90CF547E1F}" destId="{5AB3DBE5-A0E3-5141-BFB5-4237DCD52261}" srcOrd="0" destOrd="0" parTransId="{8AE3446F-6366-B440-82CA-6B726F31A14F}" sibTransId="{AC874EA2-4E80-9F47-8D81-BA0F17596467}"/>
    <dgm:cxn modelId="{9B665762-056C-3742-83D7-FF3CFBF18E72}" srcId="{4BDAECDD-1C5C-F64A-8437-1B90CF547E1F}" destId="{0812D0B0-A5F3-1F40-A944-AEC2331B8D47}" srcOrd="2" destOrd="0" parTransId="{0AA3C6F0-0B1C-1743-9126-81098FAD2B54}" sibTransId="{E5218339-4B8D-A143-8494-9349C559B1E8}"/>
    <dgm:cxn modelId="{AD4A664E-4250-CC4B-BC74-69E56766A533}" type="presOf" srcId="{7340104D-747D-1A46-A991-D979D28AC427}" destId="{A8482574-093A-F540-BCC8-7D87B2954CE7}" srcOrd="1" destOrd="0" presId="urn:microsoft.com/office/officeart/2005/8/layout/lProcess2"/>
    <dgm:cxn modelId="{FF005070-4261-C041-B257-CC5872E482F7}" srcId="{0CBBE7DF-0EE5-2841-B81B-D14C5616FB94}" destId="{120FC300-8064-594B-913A-27A07D18329D}" srcOrd="1" destOrd="0" parTransId="{B1896C76-80C9-D34F-87EF-CFDB23AC33EA}" sibTransId="{CBB60E4A-72D5-D34B-BBDD-37B578B22937}"/>
    <dgm:cxn modelId="{80F92155-DE9E-6147-BA96-ED5C9C38DEA1}" srcId="{0CBBE7DF-0EE5-2841-B81B-D14C5616FB94}" destId="{250A3763-414E-2846-BEED-114184EFD5D7}" srcOrd="2" destOrd="0" parTransId="{95ACF191-265D-664A-A5E3-676181285F75}" sibTransId="{FC73496F-6AB0-004E-9CBF-89801F3BA110}"/>
    <dgm:cxn modelId="{DDB97455-87C2-864F-BBA0-64DF63D0E73C}" type="presOf" srcId="{9A4FDABF-1559-DC4E-8A88-0F9BEB8F7769}" destId="{9C6B1304-1091-5D45-820F-7BCF9A5242A6}" srcOrd="0" destOrd="0" presId="urn:microsoft.com/office/officeart/2005/8/layout/lProcess2"/>
    <dgm:cxn modelId="{F1B1DA78-7D68-5148-8E3C-85DF0248EDF2}" type="presOf" srcId="{4BDAECDD-1C5C-F64A-8437-1B90CF547E1F}" destId="{8C48DF08-05FD-2843-BB6E-68FF87269791}" srcOrd="1" destOrd="0" presId="urn:microsoft.com/office/officeart/2005/8/layout/lProcess2"/>
    <dgm:cxn modelId="{D301778C-0DC0-8C46-BBC0-B3D385B9583E}" type="presOf" srcId="{18848A49-4E3C-384E-866C-871366131F29}" destId="{FAB5F4E4-0292-AD45-9E6A-49D4A45096E6}" srcOrd="0" destOrd="0" presId="urn:microsoft.com/office/officeart/2005/8/layout/lProcess2"/>
    <dgm:cxn modelId="{18CAE68D-14A7-AA4E-AD13-965EB5B9F3E7}" type="presOf" srcId="{4BDAECDD-1C5C-F64A-8437-1B90CF547E1F}" destId="{6A8EA169-E957-214F-AE70-8CBC97D6E9F6}" srcOrd="0" destOrd="0" presId="urn:microsoft.com/office/officeart/2005/8/layout/lProcess2"/>
    <dgm:cxn modelId="{874C7891-FACF-7C45-8373-08DE44996735}" srcId="{C4B2D116-02FC-174B-8D08-67DAD4C3514C}" destId="{D1FD456B-0F68-D344-9A2F-DC1C9118FEF3}" srcOrd="1" destOrd="0" parTransId="{32E17234-FA3D-A74B-BD35-D2A1F13FBEC0}" sibTransId="{CC72D31B-ED7A-2E48-8AA3-9173C194F06A}"/>
    <dgm:cxn modelId="{51607193-3132-014C-A3C3-E1EB5F7AE2D3}" type="presOf" srcId="{B9BAEA80-D794-A84B-8E6A-434EAA384D6F}" destId="{41E2B488-461F-3243-9CEC-8374C4B300FE}" srcOrd="0" destOrd="0" presId="urn:microsoft.com/office/officeart/2005/8/layout/lProcess2"/>
    <dgm:cxn modelId="{2AA5B9A9-BE94-864E-95AB-B5FB09419D01}" type="presOf" srcId="{23C5BDBD-41C7-5D4D-94FB-A144408EE255}" destId="{BAF059C5-8308-F847-AA95-425A45E01F40}" srcOrd="0" destOrd="0" presId="urn:microsoft.com/office/officeart/2005/8/layout/lProcess2"/>
    <dgm:cxn modelId="{605464AB-BA8D-104A-9CE4-17B1B94147F6}" type="presOf" srcId="{5AB3DBE5-A0E3-5141-BFB5-4237DCD52261}" destId="{9913D525-D555-504D-A803-5BBBFFFCFEC5}" srcOrd="0" destOrd="0" presId="urn:microsoft.com/office/officeart/2005/8/layout/lProcess2"/>
    <dgm:cxn modelId="{2DFDA1AC-6306-C247-8A2C-7E4AEB2B04B0}" type="presOf" srcId="{EA01B586-024B-DA4F-913D-2F8AE0B76B01}" destId="{A388B5E0-6798-6C40-A4B2-A0D68B5C71A3}" srcOrd="0" destOrd="0" presId="urn:microsoft.com/office/officeart/2005/8/layout/lProcess2"/>
    <dgm:cxn modelId="{E7E257B1-BBE6-084D-BFCE-67931E8DBE59}" srcId="{D1FD456B-0F68-D344-9A2F-DC1C9118FEF3}" destId="{18848A49-4E3C-384E-866C-871366131F29}" srcOrd="0" destOrd="0" parTransId="{26472BBA-5841-C349-8958-CA2060DD89F7}" sibTransId="{66B60119-2125-5E42-ACAC-D1ED343CCF51}"/>
    <dgm:cxn modelId="{4E41B1B3-80B8-CE43-B43A-9B06B62C9B21}" type="presOf" srcId="{69EE01BE-FA62-CD43-A7D7-CDE1BC36B976}" destId="{22C95B2F-6F1C-EC42-8BCD-5EE5CA0B1538}" srcOrd="0" destOrd="0" presId="urn:microsoft.com/office/officeart/2005/8/layout/lProcess2"/>
    <dgm:cxn modelId="{13EA79B6-663B-694A-BE49-2707775A42E7}" srcId="{4BDAECDD-1C5C-F64A-8437-1B90CF547E1F}" destId="{07B87E5E-D500-5547-9626-DDAE5DB6371E}" srcOrd="1" destOrd="0" parTransId="{3E62D13A-D427-4B42-973F-D30BDCB113F7}" sibTransId="{DD15E7C7-71D4-BB4F-89F4-E52B2124A32E}"/>
    <dgm:cxn modelId="{5CD473D7-55EB-5944-8A14-B517054752C7}" type="presOf" srcId="{250A3763-414E-2846-BEED-114184EFD5D7}" destId="{16FBDD07-2EE2-B349-BF6D-AEB384AAA688}" srcOrd="0" destOrd="0" presId="urn:microsoft.com/office/officeart/2005/8/layout/lProcess2"/>
    <dgm:cxn modelId="{9F5EBEE2-F2B1-C54E-80BC-ED00441875EA}" srcId="{0CBBE7DF-0EE5-2841-B81B-D14C5616FB94}" destId="{EA01B586-024B-DA4F-913D-2F8AE0B76B01}" srcOrd="0" destOrd="0" parTransId="{8EEA1D6B-3AB8-EA44-916E-50CFA2B3E572}" sibTransId="{71A677B2-22CF-5840-B5A9-F30E0369EC99}"/>
    <dgm:cxn modelId="{631E9DF6-DC52-B842-86FE-A0C498704531}" srcId="{C4B2D116-02FC-174B-8D08-67DAD4C3514C}" destId="{0CBBE7DF-0EE5-2841-B81B-D14C5616FB94}" srcOrd="3" destOrd="0" parTransId="{BAC7D43C-4F62-8248-AD61-A8D40EB4A615}" sibTransId="{15DE4052-FD3B-4E4F-8D55-DBCDE70104E8}"/>
    <dgm:cxn modelId="{228A52FF-404F-4441-AFBF-809A6DC80469}" type="presOf" srcId="{0CBBE7DF-0EE5-2841-B81B-D14C5616FB94}" destId="{EA0D9341-5FA1-AB4C-B82D-04B0F599434B}" srcOrd="0" destOrd="0" presId="urn:microsoft.com/office/officeart/2005/8/layout/lProcess2"/>
    <dgm:cxn modelId="{4B41E4D4-B54D-124F-B759-165FB15D656E}" type="presParOf" srcId="{E8940526-A4D0-EB4D-9318-4357EBB1EE4A}" destId="{8CF66EFF-D5FF-AF49-88C5-240968693995}" srcOrd="0" destOrd="0" presId="urn:microsoft.com/office/officeart/2005/8/layout/lProcess2"/>
    <dgm:cxn modelId="{5DB99643-B0B3-424D-8240-8564A744136F}" type="presParOf" srcId="{8CF66EFF-D5FF-AF49-88C5-240968693995}" destId="{6A8EA169-E957-214F-AE70-8CBC97D6E9F6}" srcOrd="0" destOrd="0" presId="urn:microsoft.com/office/officeart/2005/8/layout/lProcess2"/>
    <dgm:cxn modelId="{387135DA-6967-9A47-A3E7-0667B8969F8F}" type="presParOf" srcId="{8CF66EFF-D5FF-AF49-88C5-240968693995}" destId="{8C48DF08-05FD-2843-BB6E-68FF87269791}" srcOrd="1" destOrd="0" presId="urn:microsoft.com/office/officeart/2005/8/layout/lProcess2"/>
    <dgm:cxn modelId="{F6692E5E-3063-4140-98CC-578FBF63AE3D}" type="presParOf" srcId="{8CF66EFF-D5FF-AF49-88C5-240968693995}" destId="{3DE35F13-F465-F946-87FA-461DDBFDE1D7}" srcOrd="2" destOrd="0" presId="urn:microsoft.com/office/officeart/2005/8/layout/lProcess2"/>
    <dgm:cxn modelId="{A27ECAC6-CC86-0A42-9208-A1CC8705E74B}" type="presParOf" srcId="{3DE35F13-F465-F946-87FA-461DDBFDE1D7}" destId="{1A85CE25-D811-2245-9316-80A3BEFBED18}" srcOrd="0" destOrd="0" presId="urn:microsoft.com/office/officeart/2005/8/layout/lProcess2"/>
    <dgm:cxn modelId="{94A524FF-C38C-154D-A6CA-A0399FD51E09}" type="presParOf" srcId="{1A85CE25-D811-2245-9316-80A3BEFBED18}" destId="{9913D525-D555-504D-A803-5BBBFFFCFEC5}" srcOrd="0" destOrd="0" presId="urn:microsoft.com/office/officeart/2005/8/layout/lProcess2"/>
    <dgm:cxn modelId="{2FF0C2FB-EF97-B749-A0BC-EB1EDD0F59E6}" type="presParOf" srcId="{1A85CE25-D811-2245-9316-80A3BEFBED18}" destId="{18754439-992E-CC4E-8657-F0915D650604}" srcOrd="1" destOrd="0" presId="urn:microsoft.com/office/officeart/2005/8/layout/lProcess2"/>
    <dgm:cxn modelId="{5E7ED873-F1C3-A247-8DC7-4B083D066158}" type="presParOf" srcId="{1A85CE25-D811-2245-9316-80A3BEFBED18}" destId="{C0C0BA0B-82D9-E649-BE85-2ECE00D383C3}" srcOrd="2" destOrd="0" presId="urn:microsoft.com/office/officeart/2005/8/layout/lProcess2"/>
    <dgm:cxn modelId="{FCDA6BF4-AD62-3A4A-93C3-4BE991013F67}" type="presParOf" srcId="{1A85CE25-D811-2245-9316-80A3BEFBED18}" destId="{5CB3EAE9-3686-AF4B-A206-5CE5C833E655}" srcOrd="3" destOrd="0" presId="urn:microsoft.com/office/officeart/2005/8/layout/lProcess2"/>
    <dgm:cxn modelId="{7CB946EB-8183-3D44-BEAE-D69DA646D5C0}" type="presParOf" srcId="{1A85CE25-D811-2245-9316-80A3BEFBED18}" destId="{F33DA0EC-B46D-C54E-92AF-DFDB87818935}" srcOrd="4" destOrd="0" presId="urn:microsoft.com/office/officeart/2005/8/layout/lProcess2"/>
    <dgm:cxn modelId="{70730BB4-4B14-714C-B753-DA072762223A}" type="presParOf" srcId="{E8940526-A4D0-EB4D-9318-4357EBB1EE4A}" destId="{9F8EF287-8608-A44C-8162-963CEAA5D9E8}" srcOrd="1" destOrd="0" presId="urn:microsoft.com/office/officeart/2005/8/layout/lProcess2"/>
    <dgm:cxn modelId="{0C596C0B-D4DC-F742-A432-3E59E85BB1CD}" type="presParOf" srcId="{E8940526-A4D0-EB4D-9318-4357EBB1EE4A}" destId="{AFFEADD6-0FA7-B14A-863D-D5C23E9561D4}" srcOrd="2" destOrd="0" presId="urn:microsoft.com/office/officeart/2005/8/layout/lProcess2"/>
    <dgm:cxn modelId="{D26C9547-0534-6145-9E8B-4000F3DCC5D4}" type="presParOf" srcId="{AFFEADD6-0FA7-B14A-863D-D5C23E9561D4}" destId="{80CB2790-7401-E347-8E3D-8E18934EA7FA}" srcOrd="0" destOrd="0" presId="urn:microsoft.com/office/officeart/2005/8/layout/lProcess2"/>
    <dgm:cxn modelId="{D75FDE42-2A67-864B-84E8-FD316B6113F9}" type="presParOf" srcId="{AFFEADD6-0FA7-B14A-863D-D5C23E9561D4}" destId="{2E069F81-8963-7948-9E4B-276740724C70}" srcOrd="1" destOrd="0" presId="urn:microsoft.com/office/officeart/2005/8/layout/lProcess2"/>
    <dgm:cxn modelId="{479DD14F-0A10-1244-A056-B4A14E1CE647}" type="presParOf" srcId="{AFFEADD6-0FA7-B14A-863D-D5C23E9561D4}" destId="{CE6141F0-38F7-C44D-9B49-E1413C48EF56}" srcOrd="2" destOrd="0" presId="urn:microsoft.com/office/officeart/2005/8/layout/lProcess2"/>
    <dgm:cxn modelId="{6485F1F5-675C-1A43-A4CF-F67708AD459B}" type="presParOf" srcId="{CE6141F0-38F7-C44D-9B49-E1413C48EF56}" destId="{B516DD81-C2F1-0847-A27B-EEABE44CE3BE}" srcOrd="0" destOrd="0" presId="urn:microsoft.com/office/officeart/2005/8/layout/lProcess2"/>
    <dgm:cxn modelId="{4D18A9DA-A2EB-5D44-87D3-BF221ECC89F0}" type="presParOf" srcId="{B516DD81-C2F1-0847-A27B-EEABE44CE3BE}" destId="{FAB5F4E4-0292-AD45-9E6A-49D4A45096E6}" srcOrd="0" destOrd="0" presId="urn:microsoft.com/office/officeart/2005/8/layout/lProcess2"/>
    <dgm:cxn modelId="{1C402B89-7EB5-9F47-9373-F263D745E0C3}" type="presParOf" srcId="{B516DD81-C2F1-0847-A27B-EEABE44CE3BE}" destId="{21116EA7-FE88-DD4A-8115-374FE7F8C174}" srcOrd="1" destOrd="0" presId="urn:microsoft.com/office/officeart/2005/8/layout/lProcess2"/>
    <dgm:cxn modelId="{6ADE13BA-81B6-6445-98F2-A6793FFFF270}" type="presParOf" srcId="{B516DD81-C2F1-0847-A27B-EEABE44CE3BE}" destId="{22C95B2F-6F1C-EC42-8BCD-5EE5CA0B1538}" srcOrd="2" destOrd="0" presId="urn:microsoft.com/office/officeart/2005/8/layout/lProcess2"/>
    <dgm:cxn modelId="{3C77A06C-B650-FC40-8703-B9B53187E7B0}" type="presParOf" srcId="{B516DD81-C2F1-0847-A27B-EEABE44CE3BE}" destId="{C2AC6A6D-C366-2847-AFE9-4918246FF9DB}" srcOrd="3" destOrd="0" presId="urn:microsoft.com/office/officeart/2005/8/layout/lProcess2"/>
    <dgm:cxn modelId="{41A711C9-019A-1E46-8E09-27CED18E2EF1}" type="presParOf" srcId="{B516DD81-C2F1-0847-A27B-EEABE44CE3BE}" destId="{9C6B1304-1091-5D45-820F-7BCF9A5242A6}" srcOrd="4" destOrd="0" presId="urn:microsoft.com/office/officeart/2005/8/layout/lProcess2"/>
    <dgm:cxn modelId="{EBA191DA-7A89-AE4B-99E0-DC86B7F48D9C}" type="presParOf" srcId="{E8940526-A4D0-EB4D-9318-4357EBB1EE4A}" destId="{93632CDA-BF67-B54E-A957-043877D4A4CB}" srcOrd="3" destOrd="0" presId="urn:microsoft.com/office/officeart/2005/8/layout/lProcess2"/>
    <dgm:cxn modelId="{F9516252-9C41-1B4C-8D14-EAE4483D6546}" type="presParOf" srcId="{E8940526-A4D0-EB4D-9318-4357EBB1EE4A}" destId="{E693435E-3E1F-FE40-897F-B40F865D09A2}" srcOrd="4" destOrd="0" presId="urn:microsoft.com/office/officeart/2005/8/layout/lProcess2"/>
    <dgm:cxn modelId="{EC75D198-1540-4D48-98C9-5E613DBAFB59}" type="presParOf" srcId="{E693435E-3E1F-FE40-897F-B40F865D09A2}" destId="{804D856C-195A-4646-92A9-C235C8F6933D}" srcOrd="0" destOrd="0" presId="urn:microsoft.com/office/officeart/2005/8/layout/lProcess2"/>
    <dgm:cxn modelId="{74D104FC-6B30-5042-A519-80E877A60082}" type="presParOf" srcId="{E693435E-3E1F-FE40-897F-B40F865D09A2}" destId="{A8482574-093A-F540-BCC8-7D87B2954CE7}" srcOrd="1" destOrd="0" presId="urn:microsoft.com/office/officeart/2005/8/layout/lProcess2"/>
    <dgm:cxn modelId="{51330E1C-C38A-414D-A560-31A7A72405A7}" type="presParOf" srcId="{E693435E-3E1F-FE40-897F-B40F865D09A2}" destId="{582CB62F-C6EC-EE4C-8797-A1246E599432}" srcOrd="2" destOrd="0" presId="urn:microsoft.com/office/officeart/2005/8/layout/lProcess2"/>
    <dgm:cxn modelId="{C4180C23-B4F0-B348-B0F2-7E84DD486850}" type="presParOf" srcId="{582CB62F-C6EC-EE4C-8797-A1246E599432}" destId="{115A2915-E9AB-9041-A43E-E412CE358FA8}" srcOrd="0" destOrd="0" presId="urn:microsoft.com/office/officeart/2005/8/layout/lProcess2"/>
    <dgm:cxn modelId="{299A47D3-A0D3-FB45-ACFC-ADA36429675B}" type="presParOf" srcId="{115A2915-E9AB-9041-A43E-E412CE358FA8}" destId="{71554167-A3CE-6A4A-951A-4AC0B387B737}" srcOrd="0" destOrd="0" presId="urn:microsoft.com/office/officeart/2005/8/layout/lProcess2"/>
    <dgm:cxn modelId="{8ED04F5A-78C9-494C-82C6-6FD39A9659E9}" type="presParOf" srcId="{115A2915-E9AB-9041-A43E-E412CE358FA8}" destId="{BD3D0B32-CEA5-4147-A59F-3CFA0BE661C0}" srcOrd="1" destOrd="0" presId="urn:microsoft.com/office/officeart/2005/8/layout/lProcess2"/>
    <dgm:cxn modelId="{004FCC00-B64F-524C-8E9E-FC7C10848EF2}" type="presParOf" srcId="{115A2915-E9AB-9041-A43E-E412CE358FA8}" destId="{41E2B488-461F-3243-9CEC-8374C4B300FE}" srcOrd="2" destOrd="0" presId="urn:microsoft.com/office/officeart/2005/8/layout/lProcess2"/>
    <dgm:cxn modelId="{AABD65EB-4439-604E-80D7-3C411017776B}" type="presParOf" srcId="{115A2915-E9AB-9041-A43E-E412CE358FA8}" destId="{7A3A85B8-75DF-AA4B-B9D1-E509AB492E70}" srcOrd="3" destOrd="0" presId="urn:microsoft.com/office/officeart/2005/8/layout/lProcess2"/>
    <dgm:cxn modelId="{089E48FD-7B9E-AD4C-8E03-B5B8BD5CC6C5}" type="presParOf" srcId="{115A2915-E9AB-9041-A43E-E412CE358FA8}" destId="{BAF059C5-8308-F847-AA95-425A45E01F40}" srcOrd="4" destOrd="0" presId="urn:microsoft.com/office/officeart/2005/8/layout/lProcess2"/>
    <dgm:cxn modelId="{FF2F8431-D7F5-7743-9557-76B8C9C39DE0}" type="presParOf" srcId="{E8940526-A4D0-EB4D-9318-4357EBB1EE4A}" destId="{B32CFBED-0A1E-F944-9F68-19162CE7C228}" srcOrd="5" destOrd="0" presId="urn:microsoft.com/office/officeart/2005/8/layout/lProcess2"/>
    <dgm:cxn modelId="{E18F1D95-8C93-B44B-85A0-ECF4CF97ED65}" type="presParOf" srcId="{E8940526-A4D0-EB4D-9318-4357EBB1EE4A}" destId="{9997DB89-A438-C144-B46E-C4B84F9E0A4B}" srcOrd="6" destOrd="0" presId="urn:microsoft.com/office/officeart/2005/8/layout/lProcess2"/>
    <dgm:cxn modelId="{70FEF4EC-7A9F-9D41-AEF4-0875D669850C}" type="presParOf" srcId="{9997DB89-A438-C144-B46E-C4B84F9E0A4B}" destId="{EA0D9341-5FA1-AB4C-B82D-04B0F599434B}" srcOrd="0" destOrd="0" presId="urn:microsoft.com/office/officeart/2005/8/layout/lProcess2"/>
    <dgm:cxn modelId="{30EE1AEE-4085-E749-96A3-19AB079D98D6}" type="presParOf" srcId="{9997DB89-A438-C144-B46E-C4B84F9E0A4B}" destId="{97A0C7DC-1EAB-8741-A7F8-A6CEF1358FAE}" srcOrd="1" destOrd="0" presId="urn:microsoft.com/office/officeart/2005/8/layout/lProcess2"/>
    <dgm:cxn modelId="{6D5481C0-51EE-864C-A4FF-DAE546E84D69}" type="presParOf" srcId="{9997DB89-A438-C144-B46E-C4B84F9E0A4B}" destId="{5839477F-5AB1-1E48-82CF-47AC03D7421E}" srcOrd="2" destOrd="0" presId="urn:microsoft.com/office/officeart/2005/8/layout/lProcess2"/>
    <dgm:cxn modelId="{45007B62-7B40-794C-9944-1A2A607B7A19}" type="presParOf" srcId="{5839477F-5AB1-1E48-82CF-47AC03D7421E}" destId="{6F1B9247-4818-E141-9813-7697A8884C1F}" srcOrd="0" destOrd="0" presId="urn:microsoft.com/office/officeart/2005/8/layout/lProcess2"/>
    <dgm:cxn modelId="{04575274-69C3-7A42-B594-58E085EFD896}" type="presParOf" srcId="{6F1B9247-4818-E141-9813-7697A8884C1F}" destId="{A388B5E0-6798-6C40-A4B2-A0D68B5C71A3}" srcOrd="0" destOrd="0" presId="urn:microsoft.com/office/officeart/2005/8/layout/lProcess2"/>
    <dgm:cxn modelId="{7AA6D981-CD80-C04C-97EB-50D6C019D611}" type="presParOf" srcId="{6F1B9247-4818-E141-9813-7697A8884C1F}" destId="{E533F41C-4827-5D47-B36E-09669AF458CF}" srcOrd="1" destOrd="0" presId="urn:microsoft.com/office/officeart/2005/8/layout/lProcess2"/>
    <dgm:cxn modelId="{8494A456-E6E5-7A45-B36D-8B40EDEEA333}" type="presParOf" srcId="{6F1B9247-4818-E141-9813-7697A8884C1F}" destId="{72A8B4BC-206A-6F47-9666-DD7DA7272A35}" srcOrd="2" destOrd="0" presId="urn:microsoft.com/office/officeart/2005/8/layout/lProcess2"/>
    <dgm:cxn modelId="{FD74805E-0415-9C43-8384-A5AD791D5055}" type="presParOf" srcId="{6F1B9247-4818-E141-9813-7697A8884C1F}" destId="{BE322F89-2650-7549-A0B8-0F124B13B4D5}" srcOrd="3" destOrd="0" presId="urn:microsoft.com/office/officeart/2005/8/layout/lProcess2"/>
    <dgm:cxn modelId="{3C181D33-7900-6945-A5D2-C75FC7E93BBA}" type="presParOf" srcId="{6F1B9247-4818-E141-9813-7697A8884C1F}" destId="{16FBDD07-2EE2-B349-BF6D-AEB384AAA688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8EA169-E957-214F-AE70-8CBC97D6E9F6}">
      <dsp:nvSpPr>
        <dsp:cNvPr id="0" name=""/>
        <dsp:cNvSpPr/>
      </dsp:nvSpPr>
      <dsp:spPr>
        <a:xfrm>
          <a:off x="2534" y="0"/>
          <a:ext cx="2486727" cy="474325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solidFill>
                <a:schemeClr val="accent2"/>
              </a:solidFill>
            </a:rPr>
            <a:t>Findable</a:t>
          </a:r>
        </a:p>
      </dsp:txBody>
      <dsp:txXfrm>
        <a:off x="2534" y="0"/>
        <a:ext cx="2486727" cy="1422975"/>
      </dsp:txXfrm>
    </dsp:sp>
    <dsp:sp modelId="{9913D525-D555-504D-A803-5BBBFFFCFEC5}">
      <dsp:nvSpPr>
        <dsp:cNvPr id="0" name=""/>
        <dsp:cNvSpPr/>
      </dsp:nvSpPr>
      <dsp:spPr>
        <a:xfrm>
          <a:off x="251206" y="1030578"/>
          <a:ext cx="1989381" cy="931859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rnd" cmpd="sng" algn="ctr">
          <a:solidFill>
            <a:schemeClr val="lt1"/>
          </a:solidFill>
          <a:prstDash val="solid"/>
        </a:ln>
        <a:effectLst/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The first step in (re)using data/code is to find it! </a:t>
          </a:r>
        </a:p>
      </dsp:txBody>
      <dsp:txXfrm>
        <a:off x="278499" y="1057871"/>
        <a:ext cx="1934795" cy="877273"/>
      </dsp:txXfrm>
    </dsp:sp>
    <dsp:sp modelId="{C0C0BA0B-82D9-E649-BE85-2ECE00D383C3}">
      <dsp:nvSpPr>
        <dsp:cNvPr id="0" name=""/>
        <dsp:cNvSpPr/>
      </dsp:nvSpPr>
      <dsp:spPr>
        <a:xfrm>
          <a:off x="251206" y="2159578"/>
          <a:ext cx="1989381" cy="931859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rnd" cmpd="sng" algn="ctr">
          <a:solidFill>
            <a:schemeClr val="lt1"/>
          </a:solidFill>
          <a:prstDash val="solid"/>
        </a:ln>
        <a:effectLst/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Descriptive metadata (title, authors, keywords, version) is essential</a:t>
          </a:r>
        </a:p>
      </dsp:txBody>
      <dsp:txXfrm>
        <a:off x="278499" y="2186871"/>
        <a:ext cx="1934795" cy="877273"/>
      </dsp:txXfrm>
    </dsp:sp>
    <dsp:sp modelId="{F33DA0EC-B46D-C54E-92AF-DFDB87818935}">
      <dsp:nvSpPr>
        <dsp:cNvPr id="0" name=""/>
        <dsp:cNvSpPr/>
      </dsp:nvSpPr>
      <dsp:spPr>
        <a:xfrm>
          <a:off x="251206" y="3573825"/>
          <a:ext cx="1989381" cy="931859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rnd" cmpd="sng" algn="ctr">
          <a:solidFill>
            <a:schemeClr val="lt1"/>
          </a:solidFill>
          <a:prstDash val="solid"/>
        </a:ln>
        <a:effectLst/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Code should be deposited in a repository with a persistent identifier (e.g., DOI)</a:t>
          </a:r>
        </a:p>
      </dsp:txBody>
      <dsp:txXfrm>
        <a:off x="278499" y="3601118"/>
        <a:ext cx="1934795" cy="877273"/>
      </dsp:txXfrm>
    </dsp:sp>
    <dsp:sp modelId="{80CB2790-7401-E347-8E3D-8E18934EA7FA}">
      <dsp:nvSpPr>
        <dsp:cNvPr id="0" name=""/>
        <dsp:cNvSpPr/>
      </dsp:nvSpPr>
      <dsp:spPr>
        <a:xfrm>
          <a:off x="2675766" y="0"/>
          <a:ext cx="2486727" cy="474325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ln>
                <a:solidFill>
                  <a:schemeClr val="accent6"/>
                </a:solidFill>
              </a:ln>
            </a:rPr>
            <a:t>Accessible</a:t>
          </a:r>
        </a:p>
      </dsp:txBody>
      <dsp:txXfrm>
        <a:off x="2675766" y="0"/>
        <a:ext cx="2486727" cy="1422975"/>
      </dsp:txXfrm>
    </dsp:sp>
    <dsp:sp modelId="{FAB5F4E4-0292-AD45-9E6A-49D4A45096E6}">
      <dsp:nvSpPr>
        <dsp:cNvPr id="0" name=""/>
        <dsp:cNvSpPr/>
      </dsp:nvSpPr>
      <dsp:spPr>
        <a:xfrm>
          <a:off x="2924438" y="1030578"/>
          <a:ext cx="1989381" cy="931859"/>
        </a:xfrm>
        <a:prstGeom prst="roundRect">
          <a:avLst>
            <a:gd name="adj" fmla="val 10000"/>
          </a:avLst>
        </a:prstGeom>
        <a:solidFill>
          <a:schemeClr val="accent3"/>
        </a:solidFill>
        <a:ln w="25400" cap="rnd" cmpd="sng" algn="ctr">
          <a:solidFill>
            <a:schemeClr val="lt1"/>
          </a:solidFill>
          <a:prstDash val="solid"/>
        </a:ln>
        <a:effectLst/>
      </dsp:spPr>
      <dsp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Once the user finds  data and software they need to know how to access it. </a:t>
          </a:r>
        </a:p>
      </dsp:txBody>
      <dsp:txXfrm>
        <a:off x="2951731" y="1057871"/>
        <a:ext cx="1934795" cy="877273"/>
      </dsp:txXfrm>
    </dsp:sp>
    <dsp:sp modelId="{22C95B2F-6F1C-EC42-8BCD-5EE5CA0B1538}">
      <dsp:nvSpPr>
        <dsp:cNvPr id="0" name=""/>
        <dsp:cNvSpPr/>
      </dsp:nvSpPr>
      <dsp:spPr>
        <a:xfrm>
          <a:off x="2924438" y="2159578"/>
          <a:ext cx="1989381" cy="931859"/>
        </a:xfrm>
        <a:prstGeom prst="roundRect">
          <a:avLst>
            <a:gd name="adj" fmla="val 10000"/>
          </a:avLst>
        </a:prstGeom>
        <a:solidFill>
          <a:schemeClr val="accent3"/>
        </a:solidFill>
        <a:ln w="25400" cap="rnd" cmpd="sng" algn="ctr">
          <a:solidFill>
            <a:schemeClr val="lt1"/>
          </a:solidFill>
          <a:prstDash val="solid"/>
        </a:ln>
        <a:effectLst/>
      </dsp:spPr>
      <dsp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Data could be openly available;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Also possible that authentication and authorisation is necessary.</a:t>
          </a:r>
        </a:p>
      </dsp:txBody>
      <dsp:txXfrm>
        <a:off x="2951731" y="2186871"/>
        <a:ext cx="1934795" cy="877273"/>
      </dsp:txXfrm>
    </dsp:sp>
    <dsp:sp modelId="{9C6B1304-1091-5D45-820F-7BCF9A5242A6}">
      <dsp:nvSpPr>
        <dsp:cNvPr id="0" name=""/>
        <dsp:cNvSpPr/>
      </dsp:nvSpPr>
      <dsp:spPr>
        <a:xfrm>
          <a:off x="2924438" y="3573825"/>
          <a:ext cx="1989381" cy="931859"/>
        </a:xfrm>
        <a:prstGeom prst="roundRect">
          <a:avLst>
            <a:gd name="adj" fmla="val 10000"/>
          </a:avLst>
        </a:prstGeom>
        <a:solidFill>
          <a:schemeClr val="accent3"/>
        </a:solidFill>
        <a:ln w="25400" cap="rnd" cmpd="sng" algn="ctr">
          <a:solidFill>
            <a:schemeClr val="lt1"/>
          </a:solidFill>
          <a:prstDash val="solid"/>
        </a:ln>
        <a:effectLst/>
      </dsp:spPr>
      <dsp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The repository should be publicly available or provide clear access procedures, version control, and instructions for installation and dependencies.</a:t>
          </a:r>
        </a:p>
      </dsp:txBody>
      <dsp:txXfrm>
        <a:off x="2951731" y="3601118"/>
        <a:ext cx="1934795" cy="877273"/>
      </dsp:txXfrm>
    </dsp:sp>
    <dsp:sp modelId="{804D856C-195A-4646-92A9-C235C8F6933D}">
      <dsp:nvSpPr>
        <dsp:cNvPr id="0" name=""/>
        <dsp:cNvSpPr/>
      </dsp:nvSpPr>
      <dsp:spPr>
        <a:xfrm>
          <a:off x="5348998" y="0"/>
          <a:ext cx="2486727" cy="474325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ln>
                <a:solidFill>
                  <a:schemeClr val="accent4"/>
                </a:solidFill>
              </a:ln>
            </a:rPr>
            <a:t>Interoperable</a:t>
          </a:r>
        </a:p>
      </dsp:txBody>
      <dsp:txXfrm>
        <a:off x="5348998" y="0"/>
        <a:ext cx="2486727" cy="1422975"/>
      </dsp:txXfrm>
    </dsp:sp>
    <dsp:sp modelId="{71554167-A3CE-6A4A-951A-4AC0B387B737}">
      <dsp:nvSpPr>
        <dsp:cNvPr id="0" name=""/>
        <dsp:cNvSpPr/>
      </dsp:nvSpPr>
      <dsp:spPr>
        <a:xfrm>
          <a:off x="5597671" y="1063371"/>
          <a:ext cx="1989381" cy="853577"/>
        </a:xfrm>
        <a:prstGeom prst="roundRect">
          <a:avLst>
            <a:gd name="adj" fmla="val 10000"/>
          </a:avLst>
        </a:prstGeom>
        <a:solidFill>
          <a:schemeClr val="accent4"/>
        </a:solidFill>
        <a:ln w="25400" cap="rnd" cmpd="sng" algn="ctr">
          <a:solidFill>
            <a:schemeClr val="lt1"/>
          </a:solidFill>
          <a:prstDash val="solid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Data and code need to be interoperable for humans and machines!</a:t>
          </a:r>
        </a:p>
      </dsp:txBody>
      <dsp:txXfrm>
        <a:off x="5622671" y="1088371"/>
        <a:ext cx="1939381" cy="803577"/>
      </dsp:txXfrm>
    </dsp:sp>
    <dsp:sp modelId="{41E2B488-461F-3243-9CEC-8374C4B300FE}">
      <dsp:nvSpPr>
        <dsp:cNvPr id="0" name=""/>
        <dsp:cNvSpPr/>
      </dsp:nvSpPr>
      <dsp:spPr>
        <a:xfrm>
          <a:off x="5597671" y="2097528"/>
          <a:ext cx="1989381" cy="853577"/>
        </a:xfrm>
        <a:prstGeom prst="roundRect">
          <a:avLst>
            <a:gd name="adj" fmla="val 10000"/>
          </a:avLst>
        </a:prstGeom>
        <a:solidFill>
          <a:schemeClr val="accent4"/>
        </a:solidFill>
        <a:ln w="25400" cap="rnd" cmpd="sng" algn="ctr">
          <a:solidFill>
            <a:schemeClr val="lt1"/>
          </a:solidFill>
          <a:prstDash val="solid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Data needs to be integrated with other data and interoperate with applications or workflows.</a:t>
          </a:r>
        </a:p>
      </dsp:txBody>
      <dsp:txXfrm>
        <a:off x="5622671" y="2122528"/>
        <a:ext cx="1939381" cy="803577"/>
      </dsp:txXfrm>
    </dsp:sp>
    <dsp:sp modelId="{BAF059C5-8308-F847-AA95-425A45E01F40}">
      <dsp:nvSpPr>
        <dsp:cNvPr id="0" name=""/>
        <dsp:cNvSpPr/>
      </dsp:nvSpPr>
      <dsp:spPr>
        <a:xfrm>
          <a:off x="5597671" y="3392970"/>
          <a:ext cx="1989381" cy="1112919"/>
        </a:xfrm>
        <a:prstGeom prst="roundRect">
          <a:avLst>
            <a:gd name="adj" fmla="val 10000"/>
          </a:avLst>
        </a:prstGeom>
        <a:solidFill>
          <a:schemeClr val="accent4"/>
        </a:solidFill>
        <a:ln w="25400" cap="rnd" cmpd="sng" algn="ctr">
          <a:solidFill>
            <a:schemeClr val="lt1"/>
          </a:solidFill>
          <a:prstDash val="solid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Follow community standards and use interoperable formats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Libraries, and APIs integrated with other software, workflows, or data. Clear documentation of inputs and outputs supports interoperability.</a:t>
          </a:r>
        </a:p>
      </dsp:txBody>
      <dsp:txXfrm>
        <a:off x="5630267" y="3425566"/>
        <a:ext cx="1924189" cy="1047727"/>
      </dsp:txXfrm>
    </dsp:sp>
    <dsp:sp modelId="{EA0D9341-5FA1-AB4C-B82D-04B0F599434B}">
      <dsp:nvSpPr>
        <dsp:cNvPr id="0" name=""/>
        <dsp:cNvSpPr/>
      </dsp:nvSpPr>
      <dsp:spPr>
        <a:xfrm>
          <a:off x="8022230" y="0"/>
          <a:ext cx="2486727" cy="474325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5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Reusable</a:t>
          </a:r>
        </a:p>
      </dsp:txBody>
      <dsp:txXfrm>
        <a:off x="8022230" y="0"/>
        <a:ext cx="2486727" cy="1422975"/>
      </dsp:txXfrm>
    </dsp:sp>
    <dsp:sp modelId="{A388B5E0-6798-6C40-A4B2-A0D68B5C71A3}">
      <dsp:nvSpPr>
        <dsp:cNvPr id="0" name=""/>
        <dsp:cNvSpPr/>
      </dsp:nvSpPr>
      <dsp:spPr>
        <a:xfrm>
          <a:off x="8270903" y="1055224"/>
          <a:ext cx="1989381" cy="876158"/>
        </a:xfrm>
        <a:prstGeom prst="roundRect">
          <a:avLst>
            <a:gd name="adj" fmla="val 10000"/>
          </a:avLst>
        </a:prstGeom>
        <a:solidFill>
          <a:schemeClr val="accent5"/>
        </a:solidFill>
        <a:ln w="25400" cap="rnd" cmpd="sng" algn="ctr">
          <a:solidFill>
            <a:schemeClr val="lt1"/>
          </a:solidFill>
          <a:prstDash val="solid"/>
        </a:ln>
        <a:effectLst/>
      </dsp:spPr>
      <dsp:style>
        <a:lnRef idx="3">
          <a:schemeClr val="lt1"/>
        </a:lnRef>
        <a:fillRef idx="1">
          <a:schemeClr val="accent5"/>
        </a:fillRef>
        <a:effectRef idx="1">
          <a:schemeClr val="accent5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Share all information about your data, code and its provenance.</a:t>
          </a:r>
        </a:p>
      </dsp:txBody>
      <dsp:txXfrm>
        <a:off x="8296565" y="1080886"/>
        <a:ext cx="1938057" cy="824834"/>
      </dsp:txXfrm>
    </dsp:sp>
    <dsp:sp modelId="{72A8B4BC-206A-6F47-9666-DD7DA7272A35}">
      <dsp:nvSpPr>
        <dsp:cNvPr id="0" name=""/>
        <dsp:cNvSpPr/>
      </dsp:nvSpPr>
      <dsp:spPr>
        <a:xfrm>
          <a:off x="8270903" y="2116739"/>
          <a:ext cx="1989381" cy="876158"/>
        </a:xfrm>
        <a:prstGeom prst="roundRect">
          <a:avLst>
            <a:gd name="adj" fmla="val 10000"/>
          </a:avLst>
        </a:prstGeom>
        <a:solidFill>
          <a:schemeClr val="accent5"/>
        </a:solidFill>
        <a:ln w="25400" cap="rnd" cmpd="sng" algn="ctr">
          <a:solidFill>
            <a:schemeClr val="lt1"/>
          </a:solidFill>
          <a:prstDash val="solid"/>
        </a:ln>
        <a:effectLst/>
      </dsp:spPr>
      <dsp:style>
        <a:lnRef idx="3">
          <a:schemeClr val="lt1"/>
        </a:lnRef>
        <a:fillRef idx="1">
          <a:schemeClr val="accent5"/>
        </a:fillRef>
        <a:effectRef idx="1">
          <a:schemeClr val="accent5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Data should be well-described so that they can be used, combined, and extended in different settings.</a:t>
          </a:r>
        </a:p>
      </dsp:txBody>
      <dsp:txXfrm>
        <a:off x="8296565" y="2142401"/>
        <a:ext cx="1938057" cy="824834"/>
      </dsp:txXfrm>
    </dsp:sp>
    <dsp:sp modelId="{16FBDD07-2EE2-B349-BF6D-AEB384AAA688}">
      <dsp:nvSpPr>
        <dsp:cNvPr id="0" name=""/>
        <dsp:cNvSpPr/>
      </dsp:nvSpPr>
      <dsp:spPr>
        <a:xfrm>
          <a:off x="8270903" y="3446451"/>
          <a:ext cx="1989381" cy="1058066"/>
        </a:xfrm>
        <a:prstGeom prst="roundRect">
          <a:avLst>
            <a:gd name="adj" fmla="val 10000"/>
          </a:avLst>
        </a:prstGeom>
        <a:solidFill>
          <a:schemeClr val="accent5"/>
        </a:solidFill>
        <a:ln w="25400" cap="rnd" cmpd="sng" algn="ctr">
          <a:solidFill>
            <a:schemeClr val="lt1"/>
          </a:solidFill>
          <a:prstDash val="solid"/>
        </a:ln>
        <a:effectLst/>
      </dsp:spPr>
      <dsp:style>
        <a:lnRef idx="3">
          <a:schemeClr val="lt1"/>
        </a:lnRef>
        <a:fillRef idx="1">
          <a:schemeClr val="accent5"/>
        </a:fillRef>
        <a:effectRef idx="1">
          <a:schemeClr val="accent5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Code should be well-documented, versioned, and released under an explicit open-source license. 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Include examples or tests so that others can understand, adapt, and extend it for new contexts.</a:t>
          </a:r>
        </a:p>
      </dsp:txBody>
      <dsp:txXfrm>
        <a:off x="8301893" y="3477441"/>
        <a:ext cx="1927401" cy="9960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731"/>
          </a:xfrm>
          <a:prstGeom prst="rect">
            <a:avLst/>
          </a:prstGeom>
        </p:spPr>
        <p:txBody>
          <a:bodyPr vert="horz" lIns="99040" tIns="49520" rIns="99040" bIns="49520" rtlCol="0"/>
          <a:lstStyle>
            <a:lvl1pPr algn="l">
              <a:defRPr sz="13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5" y="1"/>
            <a:ext cx="3076363" cy="511731"/>
          </a:xfrm>
          <a:prstGeom prst="rect">
            <a:avLst/>
          </a:prstGeom>
        </p:spPr>
        <p:txBody>
          <a:bodyPr vert="horz" lIns="99040" tIns="49520" rIns="99040" bIns="49520" rtlCol="0"/>
          <a:lstStyle>
            <a:lvl1pPr algn="r">
              <a:defRPr sz="1300"/>
            </a:lvl1pPr>
          </a:lstStyle>
          <a:p>
            <a:fld id="{BCDB334D-D17F-49C4-91DD-37BB7E818209}" type="datetimeFigureOut">
              <a:rPr lang="de-CH" smtClean="0"/>
              <a:t>02.03.2026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167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0" tIns="49520" rIns="99040" bIns="495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9040" tIns="49520" rIns="99040" bIns="495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1731"/>
          </a:xfrm>
          <a:prstGeom prst="rect">
            <a:avLst/>
          </a:prstGeom>
        </p:spPr>
        <p:txBody>
          <a:bodyPr vert="horz" lIns="99040" tIns="49520" rIns="99040" bIns="49520" rtlCol="0" anchor="b"/>
          <a:lstStyle>
            <a:lvl1pPr algn="l">
              <a:defRPr sz="13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1731"/>
          </a:xfrm>
          <a:prstGeom prst="rect">
            <a:avLst/>
          </a:prstGeom>
        </p:spPr>
        <p:txBody>
          <a:bodyPr vert="horz" lIns="99040" tIns="49520" rIns="99040" bIns="49520" rtlCol="0" anchor="b"/>
          <a:lstStyle>
            <a:lvl1pPr algn="r">
              <a:defRPr sz="1300"/>
            </a:lvl1pPr>
          </a:lstStyle>
          <a:p>
            <a:fld id="{A51C0C35-A9A2-4EFD-9BAF-1E52E29E03D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7359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Thank you so much, Erin and Petra, for the kind introduction, and the opportunity to speak today about Open Science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 am a fervent supporter of open science and also active in different roles related to that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But non of those have any financial compensation, therefore…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C0C35-A9A2-4EFD-9BAF-1E52E29E03D1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38271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 have nothing to declare </a:t>
            </a:r>
            <a:r>
              <a:rPr lang="en-US" dirty="0" err="1"/>
              <a:t>wrt</a:t>
            </a:r>
            <a:r>
              <a:rPr lang="en-US" dirty="0"/>
              <a:t> to the subject matter of this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C0C35-A9A2-4EFD-9BAF-1E52E29E03D1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93638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 didn’t start in open science as a policy position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 am collaborative in nature and started as an MRI physicist, working from reconstruction all the way to translational applications in psychiatry.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 built tools that ended up being used beyond my own lab — TAPAS, </a:t>
            </a:r>
            <a:r>
              <a:rPr lang="en-US" dirty="0" err="1"/>
              <a:t>PhysIO</a:t>
            </a:r>
            <a:r>
              <a:rPr lang="en-US" dirty="0"/>
              <a:t>, </a:t>
            </a:r>
            <a:r>
              <a:rPr lang="en-US" dirty="0" err="1"/>
              <a:t>UniQC</a:t>
            </a:r>
            <a:r>
              <a:rPr lang="en-US" dirty="0"/>
              <a:t>, </a:t>
            </a:r>
            <a:r>
              <a:rPr lang="en-US" dirty="0" err="1"/>
              <a:t>GIRFReco.jl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over time, I learned the hard way what happens when code isn’t documented, when detail is missing, when projects outlive the people who built them – I moved from Switzerland to Canada, for example and switched labs repeatedly.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 me, open science became a way to make research more efficient, sustainable, and reusable -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C0C35-A9A2-4EFD-9BAF-1E52E29E03D1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11375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Open Science means structuring the entire research lifecycle</a:t>
            </a:r>
          </a:p>
          <a:p>
            <a:pPr marL="171450" indent="-171450">
              <a:buFontTx/>
              <a:buChar char="-"/>
            </a:pPr>
            <a:r>
              <a:rPr lang="en-US" dirty="0"/>
              <a:t>…</a:t>
            </a:r>
          </a:p>
          <a:p>
            <a:pPr marL="171450" indent="-171450">
              <a:buFontTx/>
              <a:buChar char="-"/>
            </a:pPr>
            <a:r>
              <a:rPr lang="en-US" dirty="0"/>
              <a:t>In MR, where complexity is high and pipelines are long, lifecycle framing is especially important. It also means this is iterative, so you can start today implementing some aspects of it!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C0C35-A9A2-4EFD-9BAF-1E52E29E03D1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27145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Why would we want to engage in open science? There are many good systemic and ethical arguments for open science, e.g., increasing reproducibility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famous study by Ioannidis, for example, showed that closed research practices can lead to more false positives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And, from a higher level, we can only advance science if we stand on the shoulders of giants, i.e., if we trust previous research findings, can reproduce and then go from there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Florian </a:t>
            </a:r>
            <a:r>
              <a:rPr lang="en-US" dirty="0" err="1"/>
              <a:t>Markowetz</a:t>
            </a:r>
            <a:r>
              <a:rPr lang="en-US" dirty="0"/>
              <a:t>, however, asked: with all the limited resources I have as a scientist, “what’s in it for </a:t>
            </a:r>
            <a:r>
              <a:rPr lang="en-US" dirty="0" err="1"/>
              <a:t>me?”I</a:t>
            </a:r>
            <a:r>
              <a:rPr lang="en-US" dirty="0"/>
              <a:t> think this is a very conducive and relevant framing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C0C35-A9A2-4EFD-9BAF-1E52E29E03D1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8356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 first practical lesson is about reducing friction.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Reproducible workflows save time when you revisit an analysis six or eighteen months later. You don’t rely on memory — you rely on scripts.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They also prevent silent errors. In MR pipelines, small preprocessing changes can propagate into meaningful downstream differences. When everything is scripted and version-controlled, those errors surface earlier.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But there’s another benefit </a:t>
            </a:r>
            <a:r>
              <a:rPr lang="en-US" dirty="0" err="1"/>
              <a:t>Markowetz</a:t>
            </a:r>
            <a:r>
              <a:rPr lang="en-US" dirty="0"/>
              <a:t> emphasized: reproducibility makes writing papers easier. When parameters and preprocessing decisions are documented programmatically, your methods section writes itself.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during peer review, transparency strengthens your position. Reviewers can see exactly what you did — and increasingly, journals require this.”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C0C35-A9A2-4EFD-9BAF-1E52E29E03D1}" type="slidenum">
              <a:rPr lang="de-CH" smtClean="0"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612680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 second lesson is about continuity and sustainability.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MR research — especially in MR in Radiation Therapy — our pipelines are long and technically complex. Reconstruction, segmentation, dose calculation, post-processing — often across vendors and sites.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When code and workflows are open, documented, and version-controlled, onboarding new students or clinical staff becomes dramatically easier.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open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More importantly, your pipeline survives personnel changes. Anyone who has inherited a folder called ‘final_final_v3’ knows the alternative.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 have changed institutions, but my tools are still used </a:t>
            </a:r>
            <a:r>
              <a:rPr lang="en-US" dirty="0" err="1"/>
              <a:t>indepdently</a:t>
            </a:r>
            <a:r>
              <a:rPr lang="en-US" dirty="0"/>
              <a:t> now in Zurich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 other great thing is, because the tool is open, I can now use it at my new institution, because it’s not fenced off by the old institution IP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Open science reduces technical debt. It turns a collection of scripts into infrastructure that can support multi-center validation and long-term deployment.”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 err="1"/>
              <a:t>linux</a:t>
            </a:r>
            <a:r>
              <a:rPr lang="en-US" dirty="0"/>
              <a:t> foundation just showed that using AND contributing to open source software has a 2-5x return on investment compared to licensing costs or employing software engineers for private branch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C0C35-A9A2-4EFD-9BAF-1E52E29E03D1}" type="slidenum">
              <a:rPr lang="de-CH" smtClean="0"/>
              <a:t>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73710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third lesson is about leverage.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Openly shared data and code tend to be reused — and reused work is cited more (up to 25%)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But beyond citations, something more important happens: your method can become a benchmark rather than just a publication.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fields like MR in Radiation Therapy, where multi-center validation is critical, being known as a transparent and rigorous partner increases your influence in collaborations and consortia.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increasingly, journals and funders expect code and data sharing. Moving early aligns you with where the field is going.”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C0C35-A9A2-4EFD-9BAF-1E52E29E03D1}" type="slidenum">
              <a:rPr lang="de-CH" smtClean="0"/>
              <a:t>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288688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open science has these advantages, why isn’t everyone doing it?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my experience, it’s rarely resistance to transparency. People want to be good!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It’s time pressure. Resource constraints. Not knowing where to start.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Sometimes perfectionism — feeling that everything must be perfectly cleaned before sharing.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And in clinical MR environments, legitimate legal concerns around patient data and GDPR.”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C0C35-A9A2-4EFD-9BAF-1E52E29E03D1}" type="slidenum">
              <a:rPr lang="de-CH" smtClean="0"/>
              <a:t>10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750218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If you are convinced now and want to engage in open science, and you asked me what is the one thing you should do today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I would suggest that you find a good, supportive community in your research area or more generally that support open science practices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There are many options: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 err="1"/>
              <a:t>GliMR</a:t>
            </a:r>
            <a:r>
              <a:rPr lang="en-US" dirty="0"/>
              <a:t> -&gt; GDPR conforming data sharing consent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Finally, I really like the aspirational goal of the Turing Way community: You can create guidelines to make open science so easy for your research life cycle that it is </a:t>
            </a:r>
            <a:r>
              <a:rPr lang="en-US" b="1" dirty="0"/>
              <a:t>too easy</a:t>
            </a:r>
            <a:r>
              <a:rPr lang="en-US" b="0" dirty="0"/>
              <a:t> not to </a:t>
            </a:r>
            <a:r>
              <a:rPr lang="en-US" b="0"/>
              <a:t>do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C0C35-A9A2-4EFD-9BAF-1E52E29E03D1}" type="slidenum">
              <a:rPr lang="de-CH" smtClean="0"/>
              <a:t>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05988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6479" y="2404534"/>
            <a:ext cx="7763902" cy="1646302"/>
          </a:xfrm>
        </p:spPr>
        <p:txBody>
          <a:bodyPr anchor="b">
            <a:noAutofit/>
          </a:bodyPr>
          <a:lstStyle>
            <a:lvl1pPr algn="r">
              <a:defRPr sz="5398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6479" y="4050834"/>
            <a:ext cx="7763902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0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1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97785" y="8187"/>
            <a:ext cx="1222800" cy="365125"/>
          </a:xfrm>
        </p:spPr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‹#›</a:t>
            </a:fld>
            <a:endParaRPr lang="pt-PT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929E476-9F96-4BD6-AFF0-A8C9BD8B6ACB}"/>
              </a:ext>
            </a:extLst>
          </p:cNvPr>
          <p:cNvGrpSpPr/>
          <p:nvPr userDrawn="1"/>
        </p:nvGrpSpPr>
        <p:grpSpPr>
          <a:xfrm>
            <a:off x="0" y="-8467"/>
            <a:ext cx="12187238" cy="6866467"/>
            <a:chOff x="0" y="-8467"/>
            <a:chExt cx="12192000" cy="686646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CF533FE-DDB8-4628-8E85-D3E438F5ED86}"/>
                </a:ext>
              </a:extLst>
            </p:cNvPr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8A536E8-60DD-46D5-9DF3-D0E869B60C16}"/>
                </a:ext>
              </a:extLst>
            </p:cNvPr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3">
              <a:extLst>
                <a:ext uri="{FF2B5EF4-FFF2-40B4-BE49-F238E27FC236}">
                  <a16:creationId xmlns:a16="http://schemas.microsoft.com/office/drawing/2014/main" id="{EA1A180C-02E0-405D-BF53-148247206660}"/>
                </a:ext>
              </a:extLst>
            </p:cNvPr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48E3DB">
                <a:alpha val="3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25">
              <a:extLst>
                <a:ext uri="{FF2B5EF4-FFF2-40B4-BE49-F238E27FC236}">
                  <a16:creationId xmlns:a16="http://schemas.microsoft.com/office/drawing/2014/main" id="{0A61E854-3A50-46E0-9263-C63B95D495BF}"/>
                </a:ext>
              </a:extLst>
            </p:cNvPr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E3DB">
                <a:alpha val="2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2F6810D3-ABA6-4053-84AF-8FB0C1597C20}"/>
                </a:ext>
              </a:extLst>
            </p:cNvPr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27">
              <a:extLst>
                <a:ext uri="{FF2B5EF4-FFF2-40B4-BE49-F238E27FC236}">
                  <a16:creationId xmlns:a16="http://schemas.microsoft.com/office/drawing/2014/main" id="{6A93212B-51B8-40C4-95AF-AD576A1CA445}"/>
                </a:ext>
              </a:extLst>
            </p:cNvPr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Rectangle 28">
              <a:extLst>
                <a:ext uri="{FF2B5EF4-FFF2-40B4-BE49-F238E27FC236}">
                  <a16:creationId xmlns:a16="http://schemas.microsoft.com/office/drawing/2014/main" id="{7DE068EA-A5F9-4351-9FA1-1BE686924DFC}"/>
                </a:ext>
              </a:extLst>
            </p:cNvPr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Rectangle 29">
              <a:extLst>
                <a:ext uri="{FF2B5EF4-FFF2-40B4-BE49-F238E27FC236}">
                  <a16:creationId xmlns:a16="http://schemas.microsoft.com/office/drawing/2014/main" id="{AD0975CD-541B-4F3C-9461-2733D0FDA55C}"/>
                </a:ext>
              </a:extLst>
            </p:cNvPr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75A99022-62B1-416D-81E0-26B29334AC8C}"/>
                </a:ext>
              </a:extLst>
            </p:cNvPr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0E61A24C-9830-4AF2-9EB3-E670E8DEF64B}"/>
                </a:ext>
              </a:extLst>
            </p:cNvPr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4195710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97785" y="8187"/>
            <a:ext cx="986239" cy="365125"/>
          </a:xfrm>
        </p:spPr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52760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071" y="2700868"/>
            <a:ext cx="8593310" cy="1826581"/>
          </a:xfrm>
        </p:spPr>
        <p:txBody>
          <a:bodyPr anchor="b"/>
          <a:lstStyle>
            <a:lvl1pPr algn="l">
              <a:defRPr sz="3998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071" y="4527448"/>
            <a:ext cx="8593310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17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034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1051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4pPr>
            <a:lvl5pPr marL="1828068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5pPr>
            <a:lvl6pPr marL="2285086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6pPr>
            <a:lvl7pPr marL="2742103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7pPr>
            <a:lvl8pPr marL="3199120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8pPr>
            <a:lvl9pPr marL="3656137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69924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070" y="2160589"/>
            <a:ext cx="4182401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7982" y="2160590"/>
            <a:ext cx="4182400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76789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482" y="2160983"/>
            <a:ext cx="4183988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17" indent="0">
              <a:buNone/>
              <a:defRPr sz="1999" b="1"/>
            </a:lvl2pPr>
            <a:lvl3pPr marL="914034" indent="0">
              <a:buNone/>
              <a:defRPr sz="1799" b="1"/>
            </a:lvl3pPr>
            <a:lvl4pPr marL="1371051" indent="0">
              <a:buNone/>
              <a:defRPr sz="1599" b="1"/>
            </a:lvl4pPr>
            <a:lvl5pPr marL="1828068" indent="0">
              <a:buNone/>
              <a:defRPr sz="1599" b="1"/>
            </a:lvl5pPr>
            <a:lvl6pPr marL="2285086" indent="0">
              <a:buNone/>
              <a:defRPr sz="1599" b="1"/>
            </a:lvl6pPr>
            <a:lvl7pPr marL="2742103" indent="0">
              <a:buNone/>
              <a:defRPr sz="1599" b="1"/>
            </a:lvl7pPr>
            <a:lvl8pPr marL="3199120" indent="0">
              <a:buNone/>
              <a:defRPr sz="1599" b="1"/>
            </a:lvl8pPr>
            <a:lvl9pPr marL="3656137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482" y="2737246"/>
            <a:ext cx="4183988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6396" y="2160983"/>
            <a:ext cx="418398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17" indent="0">
              <a:buNone/>
              <a:defRPr sz="1999" b="1"/>
            </a:lvl2pPr>
            <a:lvl3pPr marL="914034" indent="0">
              <a:buNone/>
              <a:defRPr sz="1799" b="1"/>
            </a:lvl3pPr>
            <a:lvl4pPr marL="1371051" indent="0">
              <a:buNone/>
              <a:defRPr sz="1599" b="1"/>
            </a:lvl4pPr>
            <a:lvl5pPr marL="1828068" indent="0">
              <a:buNone/>
              <a:defRPr sz="1599" b="1"/>
            </a:lvl5pPr>
            <a:lvl6pPr marL="2285086" indent="0">
              <a:buNone/>
              <a:defRPr sz="1599" b="1"/>
            </a:lvl6pPr>
            <a:lvl7pPr marL="2742103" indent="0">
              <a:buNone/>
              <a:defRPr sz="1599" b="1"/>
            </a:lvl7pPr>
            <a:lvl8pPr marL="3199120" indent="0">
              <a:buNone/>
              <a:defRPr sz="1599" b="1"/>
            </a:lvl8pPr>
            <a:lvl9pPr marL="3656137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6397" y="2737246"/>
            <a:ext cx="418398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254014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070" y="609600"/>
            <a:ext cx="8593310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srgbClr val="FFFFFF"/>
                </a:solidFill>
              </a:rPr>
              <a:t>@mrikasper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srgbClr val="FFFFFF"/>
                </a:solidFill>
              </a:rPr>
              <a:t>The Importance and Benefits of Open Science - MR in RT SG Virtual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ABE46F4A-1C69-C84C-A1C0-CFCE8BAAD927}" type="slidenum">
              <a:rPr lang="en-US" smtClean="0">
                <a:solidFill>
                  <a:srgbClr val="FFFFFF"/>
                </a:solidFill>
              </a:rPr>
              <a:pPr defTabSz="457200"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144104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178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070" y="1498604"/>
            <a:ext cx="3853022" cy="1278466"/>
          </a:xfrm>
        </p:spPr>
        <p:txBody>
          <a:bodyPr anchor="b">
            <a:normAutofit/>
          </a:bodyPr>
          <a:lstStyle>
            <a:lvl1pPr>
              <a:defRPr sz="19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8602" y="514925"/>
            <a:ext cx="4511778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070" y="2777069"/>
            <a:ext cx="3853022" cy="2584449"/>
          </a:xfrm>
        </p:spPr>
        <p:txBody>
          <a:bodyPr>
            <a:normAutofit/>
          </a:bodyPr>
          <a:lstStyle>
            <a:lvl1pPr marL="0" indent="0">
              <a:buNone/>
              <a:defRPr sz="1399"/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1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23219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070" y="4800600"/>
            <a:ext cx="8593309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070" y="609600"/>
            <a:ext cx="8593310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599"/>
            </a:lvl1pPr>
            <a:lvl2pPr marL="457017" indent="0">
              <a:buNone/>
              <a:defRPr sz="1599"/>
            </a:lvl2pPr>
            <a:lvl3pPr marL="914034" indent="0">
              <a:buNone/>
              <a:defRPr sz="1599"/>
            </a:lvl3pPr>
            <a:lvl4pPr marL="1371051" indent="0">
              <a:buNone/>
              <a:defRPr sz="1599"/>
            </a:lvl4pPr>
            <a:lvl5pPr marL="1828068" indent="0">
              <a:buNone/>
              <a:defRPr sz="1599"/>
            </a:lvl5pPr>
            <a:lvl6pPr marL="2285086" indent="0">
              <a:buNone/>
              <a:defRPr sz="1599"/>
            </a:lvl6pPr>
            <a:lvl7pPr marL="2742103" indent="0">
              <a:buNone/>
              <a:defRPr sz="1599"/>
            </a:lvl7pPr>
            <a:lvl8pPr marL="3199120" indent="0">
              <a:buNone/>
              <a:defRPr sz="1599"/>
            </a:lvl8pPr>
            <a:lvl9pPr marL="3656137" indent="0">
              <a:buNone/>
              <a:defRPr sz="1599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070" y="5367338"/>
            <a:ext cx="8593309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17" indent="0">
              <a:buNone/>
              <a:defRPr sz="1200"/>
            </a:lvl2pPr>
            <a:lvl3pPr marL="914034" indent="0">
              <a:buNone/>
              <a:defRPr sz="1000"/>
            </a:lvl3pPr>
            <a:lvl4pPr marL="1371051" indent="0">
              <a:buNone/>
              <a:defRPr sz="900"/>
            </a:lvl4pPr>
            <a:lvl5pPr marL="1828068" indent="0">
              <a:buNone/>
              <a:defRPr sz="900"/>
            </a:lvl5pPr>
            <a:lvl6pPr marL="2285086" indent="0">
              <a:buNone/>
              <a:defRPr sz="900"/>
            </a:lvl6pPr>
            <a:lvl7pPr marL="2742103" indent="0">
              <a:buNone/>
              <a:defRPr sz="900"/>
            </a:lvl7pPr>
            <a:lvl8pPr marL="3199120" indent="0">
              <a:buNone/>
              <a:defRPr sz="900"/>
            </a:lvl8pPr>
            <a:lvl9pPr marL="365613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‹#›</a:t>
            </a:fld>
            <a:endParaRPr lang="pt-PT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50639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071" y="609600"/>
            <a:ext cx="8593310" cy="3403600"/>
          </a:xfrm>
        </p:spPr>
        <p:txBody>
          <a:bodyPr anchor="ctr">
            <a:normAutofit/>
          </a:bodyPr>
          <a:lstStyle>
            <a:lvl1pPr algn="l">
              <a:defRPr sz="4398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071" y="4470400"/>
            <a:ext cx="8593310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17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034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1051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4pPr>
            <a:lvl5pPr marL="1828068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5pPr>
            <a:lvl6pPr marL="2285086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6pPr>
            <a:lvl7pPr marL="2742103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7pPr>
            <a:lvl8pPr marL="3199120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8pPr>
            <a:lvl9pPr marL="3656137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srgbClr val="FFFFFF"/>
                </a:solidFill>
              </a:rPr>
              <a:t>@mrikasper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srgbClr val="FFFFFF"/>
                </a:solidFill>
              </a:rPr>
              <a:t>The Importance and Benefits of Open Science - MR in RT SG Virtual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ABE46F4A-1C69-C84C-A1C0-CFCE8BAAD927}" type="slidenum">
              <a:rPr lang="en-US" smtClean="0">
                <a:solidFill>
                  <a:srgbClr val="FFFFFF"/>
                </a:solidFill>
              </a:rPr>
              <a:pPr defTabSz="457200"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917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970" y="609600"/>
            <a:ext cx="8090973" cy="3022600"/>
          </a:xfrm>
        </p:spPr>
        <p:txBody>
          <a:bodyPr anchor="ctr">
            <a:normAutofit/>
          </a:bodyPr>
          <a:lstStyle>
            <a:lvl1pPr algn="l">
              <a:defRPr sz="4398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5606" y="3632200"/>
            <a:ext cx="7221702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5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17" indent="0">
              <a:buFontTx/>
              <a:buNone/>
              <a:defRPr/>
            </a:lvl2pPr>
            <a:lvl3pPr marL="914034" indent="0">
              <a:buFontTx/>
              <a:buNone/>
              <a:defRPr/>
            </a:lvl3pPr>
            <a:lvl4pPr marL="1371051" indent="0">
              <a:buFontTx/>
              <a:buNone/>
              <a:defRPr/>
            </a:lvl4pPr>
            <a:lvl5pPr marL="1828068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071" y="4470400"/>
            <a:ext cx="8593310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17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034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1051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4pPr>
            <a:lvl5pPr marL="1828068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5pPr>
            <a:lvl6pPr marL="2285086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6pPr>
            <a:lvl7pPr marL="2742103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7pPr>
            <a:lvl8pPr marL="3199120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8pPr>
            <a:lvl9pPr marL="3656137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srgbClr val="FFFFFF"/>
                </a:solidFill>
              </a:rPr>
              <a:t>@mrikasper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srgbClr val="FFFFFF"/>
                </a:solidFill>
              </a:rPr>
              <a:t>The Importance and Benefits of Open Science - MR in RT SG Virtual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ABE46F4A-1C69-C84C-A1C0-CFCE8BAAD927}" type="slidenum">
              <a:rPr lang="en-US" smtClean="0">
                <a:solidFill>
                  <a:srgbClr val="FFFFFF"/>
                </a:solidFill>
              </a:rPr>
              <a:pPr defTabSz="457200"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658" y="790378"/>
            <a:ext cx="609362" cy="584776"/>
          </a:xfrm>
          <a:prstGeom prst="rect">
            <a:avLst/>
          </a:prstGeom>
        </p:spPr>
        <p:txBody>
          <a:bodyPr vert="horz" lIns="91404" tIns="45702" rIns="91404" bIns="45702" rtlCol="0" anchor="ctr">
            <a:noAutofit/>
          </a:bodyPr>
          <a:lstStyle/>
          <a:p>
            <a:pPr lvl="0"/>
            <a:r>
              <a:rPr lang="en-US" sz="7997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9537" y="2886556"/>
            <a:ext cx="609362" cy="584776"/>
          </a:xfrm>
          <a:prstGeom prst="rect">
            <a:avLst/>
          </a:prstGeom>
        </p:spPr>
        <p:txBody>
          <a:bodyPr vert="horz" lIns="91404" tIns="45702" rIns="91404" bIns="45702" rtlCol="0" anchor="ctr">
            <a:noAutofit/>
          </a:bodyPr>
          <a:lstStyle/>
          <a:p>
            <a:pPr lvl="0"/>
            <a:r>
              <a:rPr lang="en-US" sz="7997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61133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071" y="1931988"/>
            <a:ext cx="8593310" cy="2595460"/>
          </a:xfrm>
        </p:spPr>
        <p:txBody>
          <a:bodyPr anchor="b">
            <a:normAutofit/>
          </a:bodyPr>
          <a:lstStyle>
            <a:lvl1pPr algn="l">
              <a:defRPr sz="4398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071" y="4527448"/>
            <a:ext cx="8593310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17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034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1051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4pPr>
            <a:lvl5pPr marL="1828068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5pPr>
            <a:lvl6pPr marL="2285086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6pPr>
            <a:lvl7pPr marL="2742103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7pPr>
            <a:lvl8pPr marL="3199120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8pPr>
            <a:lvl9pPr marL="3656137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srgbClr val="FFFFFF"/>
                </a:solidFill>
              </a:rPr>
              <a:t>@mrikasper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srgbClr val="FFFFFF"/>
                </a:solidFill>
              </a:rPr>
              <a:t>The Importance and Benefits of Open Science - MR in RT SG Virtual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ABE46F4A-1C69-C84C-A1C0-CFCE8BAAD927}" type="slidenum">
              <a:rPr lang="en-US" smtClean="0">
                <a:solidFill>
                  <a:srgbClr val="FFFFFF"/>
                </a:solidFill>
              </a:rPr>
              <a:pPr defTabSz="457200"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885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970" y="609600"/>
            <a:ext cx="8090973" cy="3022600"/>
          </a:xfrm>
        </p:spPr>
        <p:txBody>
          <a:bodyPr anchor="ctr">
            <a:normAutofit/>
          </a:bodyPr>
          <a:lstStyle>
            <a:lvl1pPr algn="l">
              <a:defRPr sz="4398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068" y="4013200"/>
            <a:ext cx="8593311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17" indent="0">
              <a:buFontTx/>
              <a:buNone/>
              <a:defRPr/>
            </a:lvl2pPr>
            <a:lvl3pPr marL="914034" indent="0">
              <a:buFontTx/>
              <a:buNone/>
              <a:defRPr/>
            </a:lvl3pPr>
            <a:lvl4pPr marL="1371051" indent="0">
              <a:buFontTx/>
              <a:buNone/>
              <a:defRPr/>
            </a:lvl4pPr>
            <a:lvl5pPr marL="1828068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071" y="4527448"/>
            <a:ext cx="8593310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17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034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1051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4pPr>
            <a:lvl5pPr marL="1828068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5pPr>
            <a:lvl6pPr marL="2285086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6pPr>
            <a:lvl7pPr marL="2742103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7pPr>
            <a:lvl8pPr marL="3199120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8pPr>
            <a:lvl9pPr marL="3656137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srgbClr val="FFFFFF"/>
                </a:solidFill>
              </a:rPr>
              <a:t>@mrikasper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srgbClr val="FFFFFF"/>
                </a:solidFill>
              </a:rPr>
              <a:t>The Importance and Benefits of Open Science - MR in RT SG Virtual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ABE46F4A-1C69-C84C-A1C0-CFCE8BAAD927}" type="slidenum">
              <a:rPr lang="en-US" smtClean="0">
                <a:solidFill>
                  <a:srgbClr val="FFFFFF"/>
                </a:solidFill>
              </a:rPr>
              <a:pPr defTabSz="457200"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658" y="790378"/>
            <a:ext cx="609362" cy="584776"/>
          </a:xfrm>
          <a:prstGeom prst="rect">
            <a:avLst/>
          </a:prstGeom>
        </p:spPr>
        <p:txBody>
          <a:bodyPr vert="horz" lIns="91404" tIns="45702" rIns="91404" bIns="45702" rtlCol="0" anchor="ctr">
            <a:noAutofit/>
          </a:bodyPr>
          <a:lstStyle/>
          <a:p>
            <a:pPr lvl="0"/>
            <a:r>
              <a:rPr lang="en-US" sz="7997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9537" y="2886556"/>
            <a:ext cx="609362" cy="584776"/>
          </a:xfrm>
          <a:prstGeom prst="rect">
            <a:avLst/>
          </a:prstGeom>
        </p:spPr>
        <p:txBody>
          <a:bodyPr vert="horz" lIns="91404" tIns="45702" rIns="91404" bIns="45702" rtlCol="0" anchor="ctr">
            <a:noAutofit/>
          </a:bodyPr>
          <a:lstStyle/>
          <a:p>
            <a:pPr lvl="0"/>
            <a:r>
              <a:rPr lang="en-US" sz="7997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27497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531" y="609600"/>
            <a:ext cx="8584849" cy="3022600"/>
          </a:xfrm>
        </p:spPr>
        <p:txBody>
          <a:bodyPr anchor="ctr">
            <a:normAutofit/>
          </a:bodyPr>
          <a:lstStyle>
            <a:lvl1pPr algn="l">
              <a:defRPr sz="4398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068" y="4013200"/>
            <a:ext cx="8593311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17" indent="0">
              <a:buFontTx/>
              <a:buNone/>
              <a:defRPr/>
            </a:lvl2pPr>
            <a:lvl3pPr marL="914034" indent="0">
              <a:buFontTx/>
              <a:buNone/>
              <a:defRPr/>
            </a:lvl3pPr>
            <a:lvl4pPr marL="1371051" indent="0">
              <a:buFontTx/>
              <a:buNone/>
              <a:defRPr/>
            </a:lvl4pPr>
            <a:lvl5pPr marL="1828068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071" y="4527448"/>
            <a:ext cx="8593310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17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034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1051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4pPr>
            <a:lvl5pPr marL="1828068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5pPr>
            <a:lvl6pPr marL="2285086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6pPr>
            <a:lvl7pPr marL="2742103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7pPr>
            <a:lvl8pPr marL="3199120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8pPr>
            <a:lvl9pPr marL="3656137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srgbClr val="FFFFFF"/>
                </a:solidFill>
              </a:rPr>
              <a:t>@mrikasper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srgbClr val="FFFFFF"/>
                </a:solidFill>
              </a:rPr>
              <a:t>The Importance and Benefits of Open Science - MR in RT SG Virtual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ABE46F4A-1C69-C84C-A1C0-CFCE8BAAD927}" type="slidenum">
              <a:rPr lang="en-US" smtClean="0">
                <a:solidFill>
                  <a:srgbClr val="FFFFFF"/>
                </a:solidFill>
              </a:rPr>
              <a:pPr defTabSz="457200"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6165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5970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4562" y="609600"/>
            <a:ext cx="130423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071" y="609600"/>
            <a:ext cx="7057392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746643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nhalt 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31632" y="2024063"/>
            <a:ext cx="5400000" cy="45197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4" name="Inhaltsplatzhalter 2"/>
          <p:cNvSpPr>
            <a:spLocks noGrp="1"/>
          </p:cNvSpPr>
          <p:nvPr>
            <p:ph idx="10"/>
          </p:nvPr>
        </p:nvSpPr>
        <p:spPr>
          <a:xfrm>
            <a:off x="6355607" y="2024063"/>
            <a:ext cx="5400000" cy="45197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1"/>
          </p:nvPr>
        </p:nvSpPr>
        <p:spPr>
          <a:xfrm>
            <a:off x="431631" y="6557967"/>
            <a:ext cx="1595005" cy="277812"/>
          </a:xfrm>
          <a:prstGeom prst="rect">
            <a:avLst/>
          </a:prstGeom>
          <a:ln/>
        </p:spPr>
        <p:txBody>
          <a:bodyPr/>
          <a:lstStyle>
            <a:lvl1pPr algn="l">
              <a:defRPr sz="1200"/>
            </a:lvl1pPr>
          </a:lstStyle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2"/>
          </p:nvPr>
        </p:nvSpPr>
        <p:spPr>
          <a:xfrm>
            <a:off x="3114675" y="6543768"/>
            <a:ext cx="6000750" cy="320583"/>
          </a:xfrm>
          <a:prstGeom prst="rect">
            <a:avLst/>
          </a:prstGeom>
          <a:ln/>
        </p:spPr>
        <p:txBody>
          <a:bodyPr/>
          <a:lstStyle>
            <a:lvl1pPr algn="ctr">
              <a:defRPr sz="1200"/>
            </a:lvl1pPr>
          </a:lstStyle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3"/>
          </p:nvPr>
        </p:nvSpPr>
        <p:spPr>
          <a:xfrm>
            <a:off x="10144125" y="6543767"/>
            <a:ext cx="1595005" cy="320584"/>
          </a:xfrm>
          <a:prstGeom prst="rect">
            <a:avLst/>
          </a:prstGeom>
          <a:ln/>
        </p:spPr>
        <p:txBody>
          <a:bodyPr/>
          <a:lstStyle>
            <a:lvl1pPr algn="r">
              <a:defRPr sz="1200"/>
            </a:lvl1pPr>
          </a:lstStyle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‹#›</a:t>
            </a:fld>
            <a:endParaRPr lang="pt-PT"/>
          </a:p>
        </p:txBody>
      </p:sp>
      <p:sp>
        <p:nvSpPr>
          <p:cNvPr id="9" name="Date Placeholder 4"/>
          <p:cNvSpPr txBox="1">
            <a:spLocks/>
          </p:cNvSpPr>
          <p:nvPr userDrawn="1"/>
        </p:nvSpPr>
        <p:spPr>
          <a:xfrm>
            <a:off x="10551070" y="360354"/>
            <a:ext cx="9115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Lars Kasper</a:t>
            </a:r>
            <a:endParaRPr lang="pt-PT"/>
          </a:p>
        </p:txBody>
      </p:sp>
      <p:sp>
        <p:nvSpPr>
          <p:cNvPr id="10" name="Footer Placeholder 5"/>
          <p:cNvSpPr txBox="1">
            <a:spLocks/>
          </p:cNvSpPr>
          <p:nvPr userDrawn="1"/>
        </p:nvSpPr>
        <p:spPr>
          <a:xfrm>
            <a:off x="9780493" y="1781"/>
            <a:ext cx="23897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>
                <a:solidFill>
                  <a:srgbClr val="FFFFFF"/>
                </a:solidFill>
              </a:rPr>
              <a:t>Improving fMRI by Physiological Noise Modeling: The PhysIO Toolbox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1484526" y="351502"/>
            <a:ext cx="683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6216088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6479" y="2404534"/>
            <a:ext cx="7763902" cy="1646302"/>
          </a:xfrm>
        </p:spPr>
        <p:txBody>
          <a:bodyPr anchor="b">
            <a:noAutofit/>
          </a:bodyPr>
          <a:lstStyle>
            <a:lvl1pPr algn="r">
              <a:defRPr sz="5398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6479" y="4050834"/>
            <a:ext cx="7763902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0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1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‹#›</a:t>
            </a:fld>
            <a:endParaRPr lang="pt-PT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929E476-9F96-4BD6-AFF0-A8C9BD8B6ACB}"/>
              </a:ext>
            </a:extLst>
          </p:cNvPr>
          <p:cNvGrpSpPr/>
          <p:nvPr userDrawn="1"/>
        </p:nvGrpSpPr>
        <p:grpSpPr>
          <a:xfrm>
            <a:off x="0" y="-8467"/>
            <a:ext cx="12187238" cy="6866467"/>
            <a:chOff x="0" y="-8467"/>
            <a:chExt cx="12192000" cy="686646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CF533FE-DDB8-4628-8E85-D3E438F5ED86}"/>
                </a:ext>
              </a:extLst>
            </p:cNvPr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8A536E8-60DD-46D5-9DF3-D0E869B60C16}"/>
                </a:ext>
              </a:extLst>
            </p:cNvPr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3">
              <a:extLst>
                <a:ext uri="{FF2B5EF4-FFF2-40B4-BE49-F238E27FC236}">
                  <a16:creationId xmlns:a16="http://schemas.microsoft.com/office/drawing/2014/main" id="{EA1A180C-02E0-405D-BF53-148247206660}"/>
                </a:ext>
              </a:extLst>
            </p:cNvPr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48E3DB">
                <a:alpha val="3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25">
              <a:extLst>
                <a:ext uri="{FF2B5EF4-FFF2-40B4-BE49-F238E27FC236}">
                  <a16:creationId xmlns:a16="http://schemas.microsoft.com/office/drawing/2014/main" id="{0A61E854-3A50-46E0-9263-C63B95D495BF}"/>
                </a:ext>
              </a:extLst>
            </p:cNvPr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E3DB">
                <a:alpha val="2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2F6810D3-ABA6-4053-84AF-8FB0C1597C20}"/>
                </a:ext>
              </a:extLst>
            </p:cNvPr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27">
              <a:extLst>
                <a:ext uri="{FF2B5EF4-FFF2-40B4-BE49-F238E27FC236}">
                  <a16:creationId xmlns:a16="http://schemas.microsoft.com/office/drawing/2014/main" id="{6A93212B-51B8-40C4-95AF-AD576A1CA445}"/>
                </a:ext>
              </a:extLst>
            </p:cNvPr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Rectangle 28">
              <a:extLst>
                <a:ext uri="{FF2B5EF4-FFF2-40B4-BE49-F238E27FC236}">
                  <a16:creationId xmlns:a16="http://schemas.microsoft.com/office/drawing/2014/main" id="{7DE068EA-A5F9-4351-9FA1-1BE686924DFC}"/>
                </a:ext>
              </a:extLst>
            </p:cNvPr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Rectangle 29">
              <a:extLst>
                <a:ext uri="{FF2B5EF4-FFF2-40B4-BE49-F238E27FC236}">
                  <a16:creationId xmlns:a16="http://schemas.microsoft.com/office/drawing/2014/main" id="{AD0975CD-541B-4F3C-9461-2733D0FDA55C}"/>
                </a:ext>
              </a:extLst>
            </p:cNvPr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75A99022-62B1-416D-81E0-26B29334AC8C}"/>
                </a:ext>
              </a:extLst>
            </p:cNvPr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0E61A24C-9830-4AF2-9EB3-E670E8DEF64B}"/>
                </a:ext>
              </a:extLst>
            </p:cNvPr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2556834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150020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071" y="2700868"/>
            <a:ext cx="8593310" cy="1826581"/>
          </a:xfrm>
        </p:spPr>
        <p:txBody>
          <a:bodyPr anchor="b"/>
          <a:lstStyle>
            <a:lvl1pPr algn="l">
              <a:defRPr sz="3998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071" y="4527448"/>
            <a:ext cx="8593310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17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034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1051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4pPr>
            <a:lvl5pPr marL="1828068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5pPr>
            <a:lvl6pPr marL="2285086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6pPr>
            <a:lvl7pPr marL="2742103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7pPr>
            <a:lvl8pPr marL="3199120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8pPr>
            <a:lvl9pPr marL="3656137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096395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070" y="2160589"/>
            <a:ext cx="4182401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7982" y="2160590"/>
            <a:ext cx="4182400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925778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482" y="2160983"/>
            <a:ext cx="4183988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17" indent="0">
              <a:buNone/>
              <a:defRPr sz="1999" b="1"/>
            </a:lvl2pPr>
            <a:lvl3pPr marL="914034" indent="0">
              <a:buNone/>
              <a:defRPr sz="1799" b="1"/>
            </a:lvl3pPr>
            <a:lvl4pPr marL="1371051" indent="0">
              <a:buNone/>
              <a:defRPr sz="1599" b="1"/>
            </a:lvl4pPr>
            <a:lvl5pPr marL="1828068" indent="0">
              <a:buNone/>
              <a:defRPr sz="1599" b="1"/>
            </a:lvl5pPr>
            <a:lvl6pPr marL="2285086" indent="0">
              <a:buNone/>
              <a:defRPr sz="1599" b="1"/>
            </a:lvl6pPr>
            <a:lvl7pPr marL="2742103" indent="0">
              <a:buNone/>
              <a:defRPr sz="1599" b="1"/>
            </a:lvl7pPr>
            <a:lvl8pPr marL="3199120" indent="0">
              <a:buNone/>
              <a:defRPr sz="1599" b="1"/>
            </a:lvl8pPr>
            <a:lvl9pPr marL="3656137" indent="0">
              <a:buNone/>
              <a:defRPr sz="159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482" y="2737246"/>
            <a:ext cx="4183988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6396" y="2160983"/>
            <a:ext cx="418398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17" indent="0">
              <a:buNone/>
              <a:defRPr sz="1999" b="1"/>
            </a:lvl2pPr>
            <a:lvl3pPr marL="914034" indent="0">
              <a:buNone/>
              <a:defRPr sz="1799" b="1"/>
            </a:lvl3pPr>
            <a:lvl4pPr marL="1371051" indent="0">
              <a:buNone/>
              <a:defRPr sz="1599" b="1"/>
            </a:lvl4pPr>
            <a:lvl5pPr marL="1828068" indent="0">
              <a:buNone/>
              <a:defRPr sz="1599" b="1"/>
            </a:lvl5pPr>
            <a:lvl6pPr marL="2285086" indent="0">
              <a:buNone/>
              <a:defRPr sz="1599" b="1"/>
            </a:lvl6pPr>
            <a:lvl7pPr marL="2742103" indent="0">
              <a:buNone/>
              <a:defRPr sz="1599" b="1"/>
            </a:lvl7pPr>
            <a:lvl8pPr marL="3199120" indent="0">
              <a:buNone/>
              <a:defRPr sz="1599" b="1"/>
            </a:lvl8pPr>
            <a:lvl9pPr marL="3656137" indent="0">
              <a:buNone/>
              <a:defRPr sz="159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6397" y="2737246"/>
            <a:ext cx="418398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728416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070" y="609600"/>
            <a:ext cx="8593310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srgbClr val="FFFFFF"/>
                </a:solidFill>
              </a:rPr>
              <a:t>@mrikasper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srgbClr val="FFFFFF"/>
                </a:solidFill>
              </a:rPr>
              <a:t>The Importance and Benefits of Open Science - MR in RT SG Virtual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ABE46F4A-1C69-C84C-A1C0-CFCE8BAAD927}" type="slidenum">
              <a:rPr lang="en-US" smtClean="0">
                <a:solidFill>
                  <a:srgbClr val="FFFFFF"/>
                </a:solidFill>
              </a:rPr>
              <a:pPr defTabSz="457200"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74444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079720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070" y="1498604"/>
            <a:ext cx="3853022" cy="1278466"/>
          </a:xfrm>
        </p:spPr>
        <p:txBody>
          <a:bodyPr anchor="b">
            <a:normAutofit/>
          </a:bodyPr>
          <a:lstStyle>
            <a:lvl1pPr>
              <a:defRPr sz="19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8602" y="514925"/>
            <a:ext cx="4511778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070" y="2777069"/>
            <a:ext cx="3853022" cy="2584449"/>
          </a:xfrm>
        </p:spPr>
        <p:txBody>
          <a:bodyPr>
            <a:normAutofit/>
          </a:bodyPr>
          <a:lstStyle>
            <a:lvl1pPr marL="0" indent="0">
              <a:buNone/>
              <a:defRPr sz="1399"/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1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442641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070" y="4800600"/>
            <a:ext cx="8593309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070" y="609600"/>
            <a:ext cx="8593310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599"/>
            </a:lvl1pPr>
            <a:lvl2pPr marL="457017" indent="0">
              <a:buNone/>
              <a:defRPr sz="1599"/>
            </a:lvl2pPr>
            <a:lvl3pPr marL="914034" indent="0">
              <a:buNone/>
              <a:defRPr sz="1599"/>
            </a:lvl3pPr>
            <a:lvl4pPr marL="1371051" indent="0">
              <a:buNone/>
              <a:defRPr sz="1599"/>
            </a:lvl4pPr>
            <a:lvl5pPr marL="1828068" indent="0">
              <a:buNone/>
              <a:defRPr sz="1599"/>
            </a:lvl5pPr>
            <a:lvl6pPr marL="2285086" indent="0">
              <a:buNone/>
              <a:defRPr sz="1599"/>
            </a:lvl6pPr>
            <a:lvl7pPr marL="2742103" indent="0">
              <a:buNone/>
              <a:defRPr sz="1599"/>
            </a:lvl7pPr>
            <a:lvl8pPr marL="3199120" indent="0">
              <a:buNone/>
              <a:defRPr sz="1599"/>
            </a:lvl8pPr>
            <a:lvl9pPr marL="3656137" indent="0">
              <a:buNone/>
              <a:defRPr sz="1599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070" y="5367338"/>
            <a:ext cx="8593309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17" indent="0">
              <a:buNone/>
              <a:defRPr sz="1200"/>
            </a:lvl2pPr>
            <a:lvl3pPr marL="914034" indent="0">
              <a:buNone/>
              <a:defRPr sz="1000"/>
            </a:lvl3pPr>
            <a:lvl4pPr marL="1371051" indent="0">
              <a:buNone/>
              <a:defRPr sz="900"/>
            </a:lvl4pPr>
            <a:lvl5pPr marL="1828068" indent="0">
              <a:buNone/>
              <a:defRPr sz="900"/>
            </a:lvl5pPr>
            <a:lvl6pPr marL="2285086" indent="0">
              <a:buNone/>
              <a:defRPr sz="900"/>
            </a:lvl6pPr>
            <a:lvl7pPr marL="2742103" indent="0">
              <a:buNone/>
              <a:defRPr sz="900"/>
            </a:lvl7pPr>
            <a:lvl8pPr marL="3199120" indent="0">
              <a:buNone/>
              <a:defRPr sz="900"/>
            </a:lvl8pPr>
            <a:lvl9pPr marL="3656137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‹#›</a:t>
            </a:fld>
            <a:endParaRPr lang="pt-PT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046645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071" y="609600"/>
            <a:ext cx="8593310" cy="3403600"/>
          </a:xfrm>
        </p:spPr>
        <p:txBody>
          <a:bodyPr anchor="ctr">
            <a:normAutofit/>
          </a:bodyPr>
          <a:lstStyle>
            <a:lvl1pPr algn="l">
              <a:defRPr sz="4398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071" y="4470400"/>
            <a:ext cx="8593310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17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034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1051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4pPr>
            <a:lvl5pPr marL="1828068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5pPr>
            <a:lvl6pPr marL="2285086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6pPr>
            <a:lvl7pPr marL="2742103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7pPr>
            <a:lvl8pPr marL="3199120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8pPr>
            <a:lvl9pPr marL="3656137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srgbClr val="FFFFFF"/>
                </a:solidFill>
              </a:rPr>
              <a:t>@mrikasper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srgbClr val="FFFFFF"/>
                </a:solidFill>
              </a:rPr>
              <a:t>The Importance and Benefits of Open Science - MR in RT SG Virtual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ABE46F4A-1C69-C84C-A1C0-CFCE8BAAD927}" type="slidenum">
              <a:rPr lang="en-US" smtClean="0">
                <a:solidFill>
                  <a:srgbClr val="FFFFFF"/>
                </a:solidFill>
              </a:rPr>
              <a:pPr defTabSz="457200"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5482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970" y="609600"/>
            <a:ext cx="8090973" cy="3022600"/>
          </a:xfrm>
        </p:spPr>
        <p:txBody>
          <a:bodyPr anchor="ctr">
            <a:normAutofit/>
          </a:bodyPr>
          <a:lstStyle>
            <a:lvl1pPr algn="l">
              <a:defRPr sz="4398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5606" y="3632200"/>
            <a:ext cx="7221702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5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17" indent="0">
              <a:buFontTx/>
              <a:buNone/>
              <a:defRPr/>
            </a:lvl2pPr>
            <a:lvl3pPr marL="914034" indent="0">
              <a:buFontTx/>
              <a:buNone/>
              <a:defRPr/>
            </a:lvl3pPr>
            <a:lvl4pPr marL="1371051" indent="0">
              <a:buFontTx/>
              <a:buNone/>
              <a:defRPr/>
            </a:lvl4pPr>
            <a:lvl5pPr marL="1828068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071" y="4470400"/>
            <a:ext cx="8593310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17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034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1051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4pPr>
            <a:lvl5pPr marL="1828068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5pPr>
            <a:lvl6pPr marL="2285086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6pPr>
            <a:lvl7pPr marL="2742103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7pPr>
            <a:lvl8pPr marL="3199120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8pPr>
            <a:lvl9pPr marL="3656137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srgbClr val="FFFFFF"/>
                </a:solidFill>
              </a:rPr>
              <a:t>@mrikasper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srgbClr val="FFFFFF"/>
                </a:solidFill>
              </a:rPr>
              <a:t>The Importance and Benefits of Open Science - MR in RT SG Virtual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ABE46F4A-1C69-C84C-A1C0-CFCE8BAAD927}" type="slidenum">
              <a:rPr lang="en-US" smtClean="0">
                <a:solidFill>
                  <a:srgbClr val="FFFFFF"/>
                </a:solidFill>
              </a:rPr>
              <a:pPr defTabSz="457200"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658" y="790378"/>
            <a:ext cx="609362" cy="584776"/>
          </a:xfrm>
          <a:prstGeom prst="rect">
            <a:avLst/>
          </a:prstGeom>
        </p:spPr>
        <p:txBody>
          <a:bodyPr vert="horz" lIns="91404" tIns="45702" rIns="91404" bIns="45702" rtlCol="0" anchor="ctr">
            <a:noAutofit/>
          </a:bodyPr>
          <a:lstStyle/>
          <a:p>
            <a:pPr lvl="0"/>
            <a:r>
              <a:rPr lang="en-US" sz="7997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9537" y="2886556"/>
            <a:ext cx="609362" cy="584776"/>
          </a:xfrm>
          <a:prstGeom prst="rect">
            <a:avLst/>
          </a:prstGeom>
        </p:spPr>
        <p:txBody>
          <a:bodyPr vert="horz" lIns="91404" tIns="45702" rIns="91404" bIns="45702" rtlCol="0" anchor="ctr">
            <a:noAutofit/>
          </a:bodyPr>
          <a:lstStyle/>
          <a:p>
            <a:pPr lvl="0"/>
            <a:r>
              <a:rPr lang="en-US" sz="7997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22528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071" y="1931988"/>
            <a:ext cx="8593310" cy="2595460"/>
          </a:xfrm>
        </p:spPr>
        <p:txBody>
          <a:bodyPr anchor="b">
            <a:normAutofit/>
          </a:bodyPr>
          <a:lstStyle>
            <a:lvl1pPr algn="l">
              <a:defRPr sz="4398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071" y="4527448"/>
            <a:ext cx="8593310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17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034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1051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4pPr>
            <a:lvl5pPr marL="1828068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5pPr>
            <a:lvl6pPr marL="2285086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6pPr>
            <a:lvl7pPr marL="2742103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7pPr>
            <a:lvl8pPr marL="3199120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8pPr>
            <a:lvl9pPr marL="3656137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srgbClr val="FFFFFF"/>
                </a:solidFill>
              </a:rPr>
              <a:t>@mrikasper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srgbClr val="FFFFFF"/>
                </a:solidFill>
              </a:rPr>
              <a:t>The Importance and Benefits of Open Science - MR in RT SG Virtual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ABE46F4A-1C69-C84C-A1C0-CFCE8BAAD927}" type="slidenum">
              <a:rPr lang="en-US" smtClean="0">
                <a:solidFill>
                  <a:srgbClr val="FFFFFF"/>
                </a:solidFill>
              </a:rPr>
              <a:pPr defTabSz="457200"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2964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970" y="609600"/>
            <a:ext cx="8090973" cy="3022600"/>
          </a:xfrm>
        </p:spPr>
        <p:txBody>
          <a:bodyPr anchor="ctr">
            <a:normAutofit/>
          </a:bodyPr>
          <a:lstStyle>
            <a:lvl1pPr algn="l">
              <a:defRPr sz="4398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068" y="4013200"/>
            <a:ext cx="8593311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17" indent="0">
              <a:buFontTx/>
              <a:buNone/>
              <a:defRPr/>
            </a:lvl2pPr>
            <a:lvl3pPr marL="914034" indent="0">
              <a:buFontTx/>
              <a:buNone/>
              <a:defRPr/>
            </a:lvl3pPr>
            <a:lvl4pPr marL="1371051" indent="0">
              <a:buFontTx/>
              <a:buNone/>
              <a:defRPr/>
            </a:lvl4pPr>
            <a:lvl5pPr marL="1828068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071" y="4527448"/>
            <a:ext cx="8593310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17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034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1051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4pPr>
            <a:lvl5pPr marL="1828068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5pPr>
            <a:lvl6pPr marL="2285086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6pPr>
            <a:lvl7pPr marL="2742103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7pPr>
            <a:lvl8pPr marL="3199120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8pPr>
            <a:lvl9pPr marL="3656137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srgbClr val="FFFFFF"/>
                </a:solidFill>
              </a:rPr>
              <a:t>@mrikasper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srgbClr val="FFFFFF"/>
                </a:solidFill>
              </a:rPr>
              <a:t>The Importance and Benefits of Open Science - MR in RT SG Virtual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ABE46F4A-1C69-C84C-A1C0-CFCE8BAAD927}" type="slidenum">
              <a:rPr lang="en-US" smtClean="0">
                <a:solidFill>
                  <a:srgbClr val="FFFFFF"/>
                </a:solidFill>
              </a:rPr>
              <a:pPr defTabSz="457200"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658" y="790378"/>
            <a:ext cx="609362" cy="584776"/>
          </a:xfrm>
          <a:prstGeom prst="rect">
            <a:avLst/>
          </a:prstGeom>
        </p:spPr>
        <p:txBody>
          <a:bodyPr vert="horz" lIns="91404" tIns="45702" rIns="91404" bIns="45702" rtlCol="0" anchor="ctr">
            <a:noAutofit/>
          </a:bodyPr>
          <a:lstStyle/>
          <a:p>
            <a:pPr lvl="0"/>
            <a:r>
              <a:rPr lang="en-US" sz="7997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9537" y="2886556"/>
            <a:ext cx="609362" cy="584776"/>
          </a:xfrm>
          <a:prstGeom prst="rect">
            <a:avLst/>
          </a:prstGeom>
        </p:spPr>
        <p:txBody>
          <a:bodyPr vert="horz" lIns="91404" tIns="45702" rIns="91404" bIns="45702" rtlCol="0" anchor="ctr">
            <a:noAutofit/>
          </a:bodyPr>
          <a:lstStyle/>
          <a:p>
            <a:pPr lvl="0"/>
            <a:r>
              <a:rPr lang="en-US" sz="7997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10921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531" y="609600"/>
            <a:ext cx="8584849" cy="3022600"/>
          </a:xfrm>
        </p:spPr>
        <p:txBody>
          <a:bodyPr anchor="ctr">
            <a:normAutofit/>
          </a:bodyPr>
          <a:lstStyle>
            <a:lvl1pPr algn="l">
              <a:defRPr sz="4398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068" y="4013200"/>
            <a:ext cx="8593311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17" indent="0">
              <a:buFontTx/>
              <a:buNone/>
              <a:defRPr/>
            </a:lvl2pPr>
            <a:lvl3pPr marL="914034" indent="0">
              <a:buFontTx/>
              <a:buNone/>
              <a:defRPr/>
            </a:lvl3pPr>
            <a:lvl4pPr marL="1371051" indent="0">
              <a:buFontTx/>
              <a:buNone/>
              <a:defRPr/>
            </a:lvl4pPr>
            <a:lvl5pPr marL="1828068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071" y="4527448"/>
            <a:ext cx="8593310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17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034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1051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4pPr>
            <a:lvl5pPr marL="1828068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5pPr>
            <a:lvl6pPr marL="2285086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6pPr>
            <a:lvl7pPr marL="2742103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7pPr>
            <a:lvl8pPr marL="3199120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8pPr>
            <a:lvl9pPr marL="3656137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srgbClr val="FFFFFF"/>
                </a:solidFill>
              </a:rPr>
              <a:t>@mrikasper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r>
              <a:rPr lang="en-US">
                <a:solidFill>
                  <a:srgbClr val="FFFFFF"/>
                </a:solidFill>
              </a:rPr>
              <a:t>The Importance and Benefits of Open Science - MR in RT SG Virtual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ABE46F4A-1C69-C84C-A1C0-CFCE8BAAD927}" type="slidenum">
              <a:rPr lang="en-US" smtClean="0">
                <a:solidFill>
                  <a:srgbClr val="FFFFFF"/>
                </a:solidFill>
              </a:rPr>
              <a:pPr defTabSz="457200"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25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691355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4562" y="609600"/>
            <a:ext cx="130423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071" y="609600"/>
            <a:ext cx="7057392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81740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nhalt 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31632" y="2024063"/>
            <a:ext cx="5400000" cy="45197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4" name="Inhaltsplatzhalter 2"/>
          <p:cNvSpPr>
            <a:spLocks noGrp="1"/>
          </p:cNvSpPr>
          <p:nvPr>
            <p:ph idx="10"/>
          </p:nvPr>
        </p:nvSpPr>
        <p:spPr>
          <a:xfrm>
            <a:off x="6355607" y="2024063"/>
            <a:ext cx="5400000" cy="45197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1"/>
          </p:nvPr>
        </p:nvSpPr>
        <p:spPr>
          <a:xfrm>
            <a:off x="431631" y="6557967"/>
            <a:ext cx="1595005" cy="277812"/>
          </a:xfrm>
          <a:prstGeom prst="rect">
            <a:avLst/>
          </a:prstGeom>
          <a:ln/>
        </p:spPr>
        <p:txBody>
          <a:bodyPr/>
          <a:lstStyle>
            <a:lvl1pPr algn="l">
              <a:defRPr sz="1200"/>
            </a:lvl1pPr>
          </a:lstStyle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2"/>
          </p:nvPr>
        </p:nvSpPr>
        <p:spPr>
          <a:xfrm>
            <a:off x="3114675" y="6543768"/>
            <a:ext cx="6000750" cy="320583"/>
          </a:xfrm>
          <a:prstGeom prst="rect">
            <a:avLst/>
          </a:prstGeom>
          <a:ln/>
        </p:spPr>
        <p:txBody>
          <a:bodyPr/>
          <a:lstStyle>
            <a:lvl1pPr algn="ctr">
              <a:defRPr sz="1200"/>
            </a:lvl1pPr>
          </a:lstStyle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3"/>
          </p:nvPr>
        </p:nvSpPr>
        <p:spPr>
          <a:xfrm>
            <a:off x="10144125" y="6543767"/>
            <a:ext cx="1595005" cy="320584"/>
          </a:xfrm>
          <a:prstGeom prst="rect">
            <a:avLst/>
          </a:prstGeom>
          <a:ln/>
        </p:spPr>
        <p:txBody>
          <a:bodyPr/>
          <a:lstStyle>
            <a:lvl1pPr algn="r">
              <a:defRPr sz="1200"/>
            </a:lvl1pPr>
          </a:lstStyle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‹#›</a:t>
            </a:fld>
            <a:endParaRPr lang="pt-PT"/>
          </a:p>
        </p:txBody>
      </p:sp>
      <p:sp>
        <p:nvSpPr>
          <p:cNvPr id="9" name="Date Placeholder 4"/>
          <p:cNvSpPr txBox="1">
            <a:spLocks/>
          </p:cNvSpPr>
          <p:nvPr userDrawn="1"/>
        </p:nvSpPr>
        <p:spPr>
          <a:xfrm>
            <a:off x="10551070" y="360354"/>
            <a:ext cx="9115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Lars Kasper</a:t>
            </a:r>
            <a:endParaRPr lang="pt-PT"/>
          </a:p>
        </p:txBody>
      </p:sp>
      <p:sp>
        <p:nvSpPr>
          <p:cNvPr id="10" name="Footer Placeholder 5"/>
          <p:cNvSpPr txBox="1">
            <a:spLocks/>
          </p:cNvSpPr>
          <p:nvPr userDrawn="1"/>
        </p:nvSpPr>
        <p:spPr>
          <a:xfrm>
            <a:off x="9780493" y="1781"/>
            <a:ext cx="23897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>
                <a:solidFill>
                  <a:srgbClr val="FFFFFF"/>
                </a:solidFill>
              </a:rPr>
              <a:t>Improving fMRI by Physiological Noise Modeling: The PhysIO Toolbox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1484526" y="351502"/>
            <a:ext cx="683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7375441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87238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48E3DB">
                <a:alpha val="3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E3DB">
                <a:alpha val="2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070" y="609600"/>
            <a:ext cx="8593310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070" y="2160590"/>
            <a:ext cx="8593310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97785" y="8187"/>
            <a:ext cx="18379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r>
              <a:rPr lang="en-US">
                <a:solidFill>
                  <a:srgbClr val="FFFFFF"/>
                </a:solidFill>
              </a:rPr>
              <a:t>@mrikasper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37544" y="8187"/>
            <a:ext cx="6051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r>
              <a:rPr lang="en-US">
                <a:solidFill>
                  <a:srgbClr val="FFFFFF"/>
                </a:solidFill>
              </a:rPr>
              <a:t>The Importance and Benefits of Open Science - MR in RT SG Virtual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84049" y="8187"/>
            <a:ext cx="3910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defTabSz="457200"/>
            <a:fld id="{ABE46F4A-1C69-C84C-A1C0-CFCE8BAAD927}" type="slidenum">
              <a:rPr lang="en-US" smtClean="0">
                <a:solidFill>
                  <a:srgbClr val="FFFFFF"/>
                </a:solidFill>
              </a:rPr>
              <a:pPr defTabSz="457200"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583" y="126107"/>
            <a:ext cx="144000" cy="144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0B4CF5-9C22-4BAC-8F30-C81077062B46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0" y="17930"/>
            <a:ext cx="558000" cy="5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BDBAA2-FFE5-4B66-8E03-A9FFAC5A8C74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6984908" y="109559"/>
            <a:ext cx="178246" cy="178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315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  <p:sldLayoutId id="2147483906" r:id="rId12"/>
    <p:sldLayoutId id="2147483907" r:id="rId13"/>
    <p:sldLayoutId id="2147483908" r:id="rId14"/>
    <p:sldLayoutId id="2147483909" r:id="rId15"/>
    <p:sldLayoutId id="2147483910" r:id="rId16"/>
    <p:sldLayoutId id="2147483893" r:id="rId17"/>
  </p:sldLayoutIdLst>
  <p:transition>
    <p:fade/>
  </p:transition>
  <p:hf hdr="0"/>
  <p:txStyles>
    <p:titleStyle>
      <a:lvl1pPr algn="l" defTabSz="457017" rtl="0" eaLnBrk="1" latinLnBrk="0" hangingPunct="1">
        <a:spcBef>
          <a:spcPct val="0"/>
        </a:spcBef>
        <a:buNone/>
        <a:defRPr sz="3599" b="1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63" indent="-342763" algn="l" defTabSz="457017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653" indent="-285636" algn="l" defTabSz="457017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5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543" indent="-228509" algn="l" defTabSz="457017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560" indent="-228509" algn="l" defTabSz="457017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577" indent="-228509" algn="l" defTabSz="457017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594" indent="-228509" algn="l" defTabSz="457017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611" indent="-228509" algn="l" defTabSz="457017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628" indent="-228509" algn="l" defTabSz="457017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4646" indent="-228509" algn="l" defTabSz="457017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1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45701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45701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45701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45701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45701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45701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45701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45701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87238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48E3DB">
                <a:alpha val="3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8E3DB">
                <a:alpha val="2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070" y="609600"/>
            <a:ext cx="8593310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070" y="2160590"/>
            <a:ext cx="8593310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49861" y="8187"/>
            <a:ext cx="17614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r>
              <a:rPr lang="en-US">
                <a:solidFill>
                  <a:srgbClr val="FFFFFF"/>
                </a:solidFill>
              </a:rPr>
              <a:t>@mrikasper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37544" y="8187"/>
            <a:ext cx="6051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r>
              <a:rPr lang="en-US">
                <a:solidFill>
                  <a:srgbClr val="FFFFFF"/>
                </a:solidFill>
              </a:rPr>
              <a:t>The Importance and Benefits of Open Science - MR in RT SG Virtual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7782" y="8187"/>
            <a:ext cx="683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defTabSz="457200"/>
            <a:fld id="{ABE46F4A-1C69-C84C-A1C0-CFCE8BAAD927}" type="slidenum">
              <a:rPr lang="en-US" smtClean="0">
                <a:solidFill>
                  <a:srgbClr val="FFFFFF"/>
                </a:solidFill>
              </a:rPr>
              <a:pPr defTabSz="457200"/>
              <a:t>‹#›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5939" y="126107"/>
            <a:ext cx="174965" cy="1440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220" y="126107"/>
            <a:ext cx="144000" cy="144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0B4CF5-9C22-4BAC-8F30-C81077062B46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0" y="17930"/>
            <a:ext cx="558000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658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  <p:sldLayoutId id="2147483965" r:id="rId12"/>
    <p:sldLayoutId id="2147483966" r:id="rId13"/>
    <p:sldLayoutId id="2147483967" r:id="rId14"/>
    <p:sldLayoutId id="2147483968" r:id="rId15"/>
    <p:sldLayoutId id="2147483969" r:id="rId16"/>
    <p:sldLayoutId id="2147483970" r:id="rId17"/>
  </p:sldLayoutIdLst>
  <p:transition>
    <p:fade/>
  </p:transition>
  <p:hf hdr="0"/>
  <p:txStyles>
    <p:titleStyle>
      <a:lvl1pPr algn="l" defTabSz="457017" rtl="0" eaLnBrk="1" latinLnBrk="0" hangingPunct="1">
        <a:spcBef>
          <a:spcPct val="0"/>
        </a:spcBef>
        <a:buNone/>
        <a:defRPr sz="3599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63" indent="-342763" algn="l" defTabSz="457017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653" indent="-285636" algn="l" defTabSz="457017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5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543" indent="-228509" algn="l" defTabSz="457017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560" indent="-228509" algn="l" defTabSz="457017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577" indent="-228509" algn="l" defTabSz="457017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594" indent="-228509" algn="l" defTabSz="457017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611" indent="-228509" algn="l" defTabSz="457017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628" indent="-228509" algn="l" defTabSz="457017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4646" indent="-228509" algn="l" defTabSz="457017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1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45701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45701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45701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45701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45701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45701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45701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45701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rikasper.github.io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rikasper.github.io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doi.org/10.5281/ZENODO.3332807" TargetMode="Externa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10334-025-01286-8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hyperlink" Target="https://science.gc.ca/site/science/en/open-science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hyperlink" Target="https://www.openaire.eu/how-to-make-your-data-fair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371/journal.pmed.0020124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hyperlink" Target="https://doi.org/10.1186/s13059-015-0850-7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86/s13059-015-0850-7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oi.org/10.20944/preprints202510.0133.v1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89/fpsyt.2021.680811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hyperlink" Target="https://www.linuxfoundation.org/press/new-linux-foundation-report-shows-active-open-source-contribution-delivers-2-5x-roi-while-passive-consumption-increases-costly-technical-deb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371/journal.pone.023041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doi.org/10.1371/journal.pbio.3003678" TargetMode="External"/><Relationship Id="rId4" Type="http://schemas.openxmlformats.org/officeDocument/2006/relationships/hyperlink" Target="https://doi.org/10.1002/mrm.28569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oi.org/10.5281/ZENODO.3332807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07/s10334-025-01286-8" TargetMode="External"/><Relationship Id="rId3" Type="http://schemas.openxmlformats.org/officeDocument/2006/relationships/hyperlink" Target="https://opensourceimaging.org/" TargetMode="External"/><Relationship Id="rId7" Type="http://schemas.openxmlformats.org/officeDocument/2006/relationships/hyperlink" Target="https://mritogether.esmrmb.org/" TargetMode="External"/><Relationship Id="rId12" Type="http://schemas.openxmlformats.org/officeDocument/2006/relationships/hyperlink" Target="https://doi.org/10.5281/ZENODO.3332807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ormir.org/" TargetMode="External"/><Relationship Id="rId11" Type="http://schemas.openxmlformats.org/officeDocument/2006/relationships/hyperlink" Target="https://doi.org/10.1007/s40846-020-00582-z" TargetMode="External"/><Relationship Id="rId5" Type="http://schemas.openxmlformats.org/officeDocument/2006/relationships/hyperlink" Target="https://open-brain-consent.readthedocs.io/en/stable/gdpr/ultimate_gdpr.html" TargetMode="External"/><Relationship Id="rId10" Type="http://schemas.openxmlformats.org/officeDocument/2006/relationships/image" Target="../media/image13.png"/><Relationship Id="rId4" Type="http://schemas.openxmlformats.org/officeDocument/2006/relationships/hyperlink" Target="https://osipi.ismrm.org/" TargetMode="External"/><Relationship Id="rId9" Type="http://schemas.openxmlformats.org/officeDocument/2006/relationships/hyperlink" Target="https://doi.org/10.1007/s10334-025-01236-4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02/mrm.28569" TargetMode="External"/><Relationship Id="rId13" Type="http://schemas.openxmlformats.org/officeDocument/2006/relationships/hyperlink" Target="https://doi.org/10.1371/journal.pbio.3003678" TargetMode="External"/><Relationship Id="rId18" Type="http://schemas.openxmlformats.org/officeDocument/2006/relationships/hyperlink" Target="https://book.the-turing-way.org/" TargetMode="External"/><Relationship Id="rId3" Type="http://schemas.openxmlformats.org/officeDocument/2006/relationships/hyperlink" Target="https://doi.org/10.1371/journal.pone.0230416" TargetMode="External"/><Relationship Id="rId7" Type="http://schemas.openxmlformats.org/officeDocument/2006/relationships/hyperlink" Target="https://doi.org/10.1371/journal.pmed.0020124" TargetMode="External"/><Relationship Id="rId12" Type="http://schemas.openxmlformats.org/officeDocument/2006/relationships/hyperlink" Target="https://www.linuxfoundation.org/press/new-linux-foundation-report-shows-active-open-source-contribution-delivers-2-5x-roi-while-passive-consumption-increases-costly-technical-debt" TargetMode="External"/><Relationship Id="rId17" Type="http://schemas.openxmlformats.org/officeDocument/2006/relationships/hyperlink" Target="https://doi.org/10.1007/s10334-025-01236-4" TargetMode="External"/><Relationship Id="rId2" Type="http://schemas.openxmlformats.org/officeDocument/2006/relationships/hyperlink" Target="https://doi.org/10.1007/s40846-020-00582-z" TargetMode="External"/><Relationship Id="rId16" Type="http://schemas.openxmlformats.org/officeDocument/2006/relationships/hyperlink" Target="https://link.springer.com/collections/ehhdhbedab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07/s10334-025-01286-8" TargetMode="External"/><Relationship Id="rId11" Type="http://schemas.openxmlformats.org/officeDocument/2006/relationships/hyperlink" Target="https://inria.hal.science/hal-04236827v1/file/Maumet_ESMRMB_keeping%20inventions%20alive%20after%20project%20ends.pdf" TargetMode="External"/><Relationship Id="rId5" Type="http://schemas.openxmlformats.org/officeDocument/2006/relationships/hyperlink" Target="https://doi.org/10.3389/fpsyt.2021.680811" TargetMode="External"/><Relationship Id="rId15" Type="http://schemas.openxmlformats.org/officeDocument/2006/relationships/hyperlink" Target="https://doi.org/10.20944/preprints202510.0133.v2" TargetMode="External"/><Relationship Id="rId10" Type="http://schemas.openxmlformats.org/officeDocument/2006/relationships/hyperlink" Target="https://doi.org/10.1371/journal.pcbi.1003244" TargetMode="External"/><Relationship Id="rId19" Type="http://schemas.openxmlformats.org/officeDocument/2006/relationships/hyperlink" Target="https://doi.org/10.1371/journal.pcbi.1013970" TargetMode="External"/><Relationship Id="rId4" Type="http://schemas.openxmlformats.org/officeDocument/2006/relationships/hyperlink" Target="https://doi.org/10.5281/zenodo.15213042" TargetMode="External"/><Relationship Id="rId9" Type="http://schemas.openxmlformats.org/officeDocument/2006/relationships/hyperlink" Target="https://doi.org/10.1186/s13059-015-0850-7" TargetMode="External"/><Relationship Id="rId14" Type="http://schemas.openxmlformats.org/officeDocument/2006/relationships/hyperlink" Target="https://doi.org/10.20944/preprints202510.0133.v1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CVfc6vUfgY&amp;list=PLeDygc8TN_J5TKU7Z06ucjkvsfEYI6_AJ&amp;index=27" TargetMode="External"/><Relationship Id="rId2" Type="http://schemas.openxmlformats.org/officeDocument/2006/relationships/hyperlink" Target="https://www.youtube.com/watch?v=UZ4DAOuG79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zkPvQjLV2Is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ctrTitle"/>
          </p:nvPr>
        </p:nvSpPr>
        <p:spPr>
          <a:xfrm>
            <a:off x="566056" y="1240786"/>
            <a:ext cx="8776305" cy="2500957"/>
          </a:xfrm>
        </p:spPr>
        <p:txBody>
          <a:bodyPr anchor="ctr">
            <a:normAutofit/>
          </a:bodyPr>
          <a:lstStyle/>
          <a:p>
            <a:r>
              <a:rPr lang="en-US" sz="4400" dirty="0"/>
              <a:t>The Importance and Benefits of Open Science </a:t>
            </a:r>
            <a:br>
              <a:rPr lang="en-US" sz="4400" dirty="0"/>
            </a:br>
            <a:r>
              <a:rPr lang="en-US" sz="2400" i="1" dirty="0"/>
              <a:t>Practical Lessons for Sustainable MR Research</a:t>
            </a:r>
            <a:endParaRPr lang="de-CH" sz="1800" i="1" dirty="0"/>
          </a:p>
        </p:txBody>
      </p:sp>
      <p:sp>
        <p:nvSpPr>
          <p:cNvPr id="2" name="Untertitel 1"/>
          <p:cNvSpPr>
            <a:spLocks noGrp="1"/>
          </p:cNvSpPr>
          <p:nvPr>
            <p:ph type="subTitle" idx="1"/>
          </p:nvPr>
        </p:nvSpPr>
        <p:spPr>
          <a:xfrm>
            <a:off x="338448" y="3551162"/>
            <a:ext cx="9042620" cy="3197982"/>
          </a:xfrm>
        </p:spPr>
        <p:txBody>
          <a:bodyPr>
            <a:normAutofit fontScale="85000" lnSpcReduction="20000"/>
          </a:bodyPr>
          <a:lstStyle/>
          <a:p>
            <a:r>
              <a:rPr lang="en-US" i="1" dirty="0"/>
              <a:t>Open Science for MR in RT</a:t>
            </a:r>
            <a:r>
              <a:rPr lang="de-CH" i="1" dirty="0"/>
              <a:t>, </a:t>
            </a:r>
          </a:p>
          <a:p>
            <a:r>
              <a:rPr lang="en-US" i="1" dirty="0"/>
              <a:t>MR in Radiation Therapy Study Group Virtual Meeting</a:t>
            </a:r>
          </a:p>
          <a:p>
            <a:r>
              <a:rPr lang="de-CH" i="1" dirty="0"/>
              <a:t>2026-03-02</a:t>
            </a:r>
          </a:p>
          <a:p>
            <a:endParaRPr lang="de-CH" dirty="0"/>
          </a:p>
          <a:p>
            <a:r>
              <a:rPr lang="de-CH" dirty="0"/>
              <a:t>Lars Kasper, PhD</a:t>
            </a:r>
          </a:p>
          <a:p>
            <a:r>
              <a:rPr lang="de-CH" dirty="0"/>
              <a:t>Toronto Neuroimaging Facility, Dept of Psychology, University of Toronto</a:t>
            </a:r>
          </a:p>
          <a:p>
            <a:r>
              <a:rPr lang="de-CH" dirty="0"/>
              <a:t>Secretary, Open and Reproducible Research Study Group (OR</a:t>
            </a:r>
            <a:r>
              <a:rPr lang="de-CH" baseline="-25000" dirty="0"/>
              <a:t>2</a:t>
            </a:r>
            <a:r>
              <a:rPr lang="de-CH" dirty="0"/>
              <a:t>), ISMRM</a:t>
            </a:r>
          </a:p>
          <a:p>
            <a:endParaRPr lang="de-CH" dirty="0"/>
          </a:p>
          <a:p>
            <a:pPr algn="l"/>
            <a:r>
              <a:rPr lang="de-CH" i="1" dirty="0"/>
              <a:t>With many thanks for slides and input: </a:t>
            </a:r>
          </a:p>
          <a:p>
            <a:pPr algn="l"/>
            <a:r>
              <a:rPr lang="de-CH" i="1" dirty="0"/>
              <a:t>Johanna Bayer</a:t>
            </a:r>
          </a:p>
          <a:p>
            <a:endParaRPr lang="de-CH" dirty="0"/>
          </a:p>
          <a:p>
            <a:endParaRPr lang="de-C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F3DEFF-0CE9-45D4-912F-185B0C294D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893"/>
            <a:ext cx="4764262" cy="8329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36CD2E-CEA0-4A02-B4A2-FAABCEF53A3D}"/>
              </a:ext>
            </a:extLst>
          </p:cNvPr>
          <p:cNvSpPr txBox="1"/>
          <p:nvPr/>
        </p:nvSpPr>
        <p:spPr>
          <a:xfrm>
            <a:off x="4617537" y="5964314"/>
            <a:ext cx="4479111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These slides are openly licensed (CC-BY 4.0). </a:t>
            </a:r>
          </a:p>
          <a:p>
            <a:r>
              <a:rPr lang="en-US" sz="15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© 2026 Lars Kasper — CC BY 4.0</a:t>
            </a:r>
          </a:p>
          <a:p>
            <a:r>
              <a:rPr lang="en-US" sz="15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Slides available on: </a:t>
            </a:r>
            <a:r>
              <a:rPr lang="en-US" sz="1400" i="1" dirty="0">
                <a:hlinkClick r:id="rId4"/>
              </a:rPr>
              <a:t>mrikasper.github.io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420849855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47362" y="4038362"/>
            <a:ext cx="9678772" cy="19296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32" dirty="0">
                <a:solidFill>
                  <a:srgbClr val="19305C"/>
                </a:solidFill>
              </a:rPr>
              <a:t>Speaker Name: Lars Kasper, PhD</a:t>
            </a:r>
          </a:p>
          <a:p>
            <a:pPr marL="0" indent="0">
              <a:buNone/>
            </a:pPr>
            <a:endParaRPr lang="en-US" sz="2532" dirty="0">
              <a:solidFill>
                <a:srgbClr val="19305C"/>
              </a:solidFill>
            </a:endParaRPr>
          </a:p>
          <a:p>
            <a:pPr marL="0" indent="0">
              <a:buNone/>
            </a:pPr>
            <a:r>
              <a:rPr lang="en-US" sz="2532" dirty="0">
                <a:solidFill>
                  <a:srgbClr val="19305C"/>
                </a:solidFill>
              </a:rPr>
              <a:t>I have no financial interests or relationships to disclose with regard to the subject matter of this presentation.</a:t>
            </a:r>
          </a:p>
        </p:txBody>
      </p:sp>
      <p:sp>
        <p:nvSpPr>
          <p:cNvPr id="4" name="Content Placeholder 5"/>
          <p:cNvSpPr txBox="1">
            <a:spLocks/>
          </p:cNvSpPr>
          <p:nvPr/>
        </p:nvSpPr>
        <p:spPr>
          <a:xfrm>
            <a:off x="0" y="1905596"/>
            <a:ext cx="12187238" cy="1362189"/>
          </a:xfrm>
          <a:prstGeom prst="rect">
            <a:avLst/>
          </a:prstGeom>
        </p:spPr>
        <p:txBody>
          <a:bodyPr vert="horz" lIns="121872" tIns="60936" rIns="121872" bIns="60936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998" b="1" dirty="0">
                <a:solidFill>
                  <a:srgbClr val="19305C"/>
                </a:solidFill>
              </a:rPr>
              <a:t>Declaration of</a:t>
            </a:r>
            <a:br>
              <a:rPr lang="en-US" sz="3998" b="1" dirty="0">
                <a:solidFill>
                  <a:srgbClr val="19305C"/>
                </a:solidFill>
              </a:rPr>
            </a:br>
            <a:r>
              <a:rPr lang="en-US" sz="3998" b="1" dirty="0">
                <a:solidFill>
                  <a:srgbClr val="19305C"/>
                </a:solidFill>
              </a:rPr>
              <a:t>Financial Interests or Relationships</a:t>
            </a:r>
            <a:endParaRPr lang="en-US" sz="3998" dirty="0">
              <a:solidFill>
                <a:srgbClr val="19305C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340"/>
            <a:ext cx="12187238" cy="1320496"/>
          </a:xfrm>
          <a:prstGeom prst="rect">
            <a:avLst/>
          </a:prstGeom>
          <a:solidFill>
            <a:srgbClr val="1930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340"/>
            <a:ext cx="3688463" cy="1320496"/>
          </a:xfrm>
          <a:prstGeom prst="rect">
            <a:avLst/>
          </a:prstGeom>
        </p:spPr>
      </p:pic>
      <p:sp>
        <p:nvSpPr>
          <p:cNvPr id="8" name="Content Placeholder 5"/>
          <p:cNvSpPr txBox="1">
            <a:spLocks/>
          </p:cNvSpPr>
          <p:nvPr/>
        </p:nvSpPr>
        <p:spPr>
          <a:xfrm>
            <a:off x="3688465" y="1340"/>
            <a:ext cx="8498774" cy="1304193"/>
          </a:xfrm>
          <a:prstGeom prst="rect">
            <a:avLst/>
          </a:prstGeom>
        </p:spPr>
        <p:txBody>
          <a:bodyPr vert="horz" lIns="121872" tIns="60936" rIns="121872" bIns="60936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199" spc="800" dirty="0">
                <a:latin typeface="Avenir LT 35 Light" panose="020B0303020000020003" pitchFamily="34" charset="0"/>
              </a:rPr>
              <a:t>ISMRM Workshop Series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4473E7-E656-4B72-BE20-3B03E325F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EE168E1-ECD4-4192-BD3C-2A69AE9FC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480D66-086D-40CE-A3A6-FAB3A0908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03506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95981-DE17-4243-A4EC-76B0B743B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 care about this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0C3EB-3F4D-4A30-B877-B665150DB2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070" y="1930400"/>
            <a:ext cx="5117674" cy="4110961"/>
          </a:xfrm>
        </p:spPr>
        <p:txBody>
          <a:bodyPr>
            <a:normAutofit/>
          </a:bodyPr>
          <a:lstStyle/>
          <a:p>
            <a:r>
              <a:rPr lang="en-US" dirty="0"/>
              <a:t>MR Physicist — from reconstruction to clinical translation (psychiatry) </a:t>
            </a:r>
          </a:p>
          <a:p>
            <a:r>
              <a:rPr lang="en-US" dirty="0"/>
              <a:t>Built tools used beyond my own lab (TAPAS, </a:t>
            </a:r>
            <a:r>
              <a:rPr lang="en-US" dirty="0" err="1"/>
              <a:t>PhysIO</a:t>
            </a:r>
            <a:r>
              <a:rPr lang="en-US" dirty="0"/>
              <a:t>, </a:t>
            </a:r>
            <a:r>
              <a:rPr lang="en-US" dirty="0" err="1"/>
              <a:t>UniQC</a:t>
            </a:r>
            <a:r>
              <a:rPr lang="en-US" dirty="0"/>
              <a:t>, </a:t>
            </a:r>
            <a:r>
              <a:rPr lang="en-US" dirty="0" err="1"/>
              <a:t>GIRFReco.jl</a:t>
            </a:r>
            <a:r>
              <a:rPr lang="en-US" dirty="0"/>
              <a:t>)</a:t>
            </a:r>
          </a:p>
          <a:p>
            <a:r>
              <a:rPr lang="en-US" dirty="0"/>
              <a:t>Learned the hard way about legacy code, lost detail, and sustainability</a:t>
            </a:r>
          </a:p>
          <a:p>
            <a:r>
              <a:rPr lang="en-US" dirty="0"/>
              <a:t>Realized open science is not idealism, but </a:t>
            </a:r>
            <a:r>
              <a:rPr lang="en-US" i="1" dirty="0"/>
              <a:t>effective infrastructure</a:t>
            </a:r>
          </a:p>
          <a:p>
            <a:pPr lvl="1"/>
            <a:r>
              <a:rPr lang="en-US" dirty="0"/>
              <a:t>for yourself and others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E438D-CCCD-4DE1-835D-ED74830E6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C8144-4261-4D31-B2D1-FAC5BAE22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A19BF-4D9D-48C0-BAE2-C7F586BDF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3</a:t>
            </a:fld>
            <a:endParaRPr lang="pt-P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DB015C-408A-40F8-9971-76D6C7484A69}"/>
              </a:ext>
            </a:extLst>
          </p:cNvPr>
          <p:cNvSpPr txBox="1"/>
          <p:nvPr/>
        </p:nvSpPr>
        <p:spPr>
          <a:xfrm>
            <a:off x="480108" y="5855857"/>
            <a:ext cx="45175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More info (incl. these slides): </a:t>
            </a:r>
            <a:r>
              <a:rPr lang="en-US" sz="1400" i="1" dirty="0">
                <a:hlinkClick r:id="rId3"/>
              </a:rPr>
              <a:t>mrikasper.github.io</a:t>
            </a:r>
            <a:endParaRPr lang="en-US" sz="1400" i="1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A08980B5-0866-4784-B468-E09D3ED16AF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5837533" y="1728923"/>
            <a:ext cx="6038548" cy="48847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CA0298-3BC7-4717-92FC-D2F92D78F61C}"/>
              </a:ext>
            </a:extLst>
          </p:cNvPr>
          <p:cNvSpPr txBox="1"/>
          <p:nvPr/>
        </p:nvSpPr>
        <p:spPr>
          <a:xfrm>
            <a:off x="480108" y="6326593"/>
            <a:ext cx="67181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i="1" dirty="0">
                <a:effectLst/>
                <a:ea typeface="Verdana" panose="020B0604030504040204" pitchFamily="34" charset="0"/>
              </a:rPr>
              <a:t>The Turing Way project illustration by </a:t>
            </a:r>
            <a:r>
              <a:rPr lang="en-GB" sz="1400" b="0" i="1" dirty="0" err="1">
                <a:effectLst/>
                <a:ea typeface="Verdana" panose="020B0604030504040204" pitchFamily="34" charset="0"/>
              </a:rPr>
              <a:t>Scriberia</a:t>
            </a:r>
            <a:r>
              <a:rPr lang="en-GB" sz="1400" b="0" i="1" dirty="0">
                <a:effectLst/>
                <a:ea typeface="Verdana" panose="020B0604030504040204" pitchFamily="34" charset="0"/>
              </a:rPr>
              <a:t>. Used under a CC-BY 4.0 licence. DOI: </a:t>
            </a:r>
            <a:r>
              <a:rPr lang="en-GB" sz="1400" b="0" i="1" dirty="0">
                <a:solidFill>
                  <a:srgbClr val="DBEAFE"/>
                </a:solidFill>
                <a:effectLst/>
                <a:ea typeface="Verdana" panose="020B0604030504040204" pitchFamily="34" charset="0"/>
                <a:hlinkClick r:id="rId5"/>
              </a:rPr>
              <a:t>The Turing Way Community &amp; </a:t>
            </a:r>
            <a:r>
              <a:rPr lang="en-GB" sz="1400" b="0" i="1" dirty="0" err="1">
                <a:solidFill>
                  <a:srgbClr val="DBEAFE"/>
                </a:solidFill>
                <a:effectLst/>
                <a:ea typeface="Verdana" panose="020B0604030504040204" pitchFamily="34" charset="0"/>
                <a:hlinkClick r:id="rId5"/>
              </a:rPr>
              <a:t>Scriberia</a:t>
            </a:r>
            <a:r>
              <a:rPr lang="en-GB" sz="1400" b="0" i="1" dirty="0">
                <a:solidFill>
                  <a:srgbClr val="DBEAFE"/>
                </a:solidFill>
                <a:effectLst/>
                <a:ea typeface="Verdana" panose="020B0604030504040204" pitchFamily="34" charset="0"/>
                <a:hlinkClick r:id="rId5"/>
              </a:rPr>
              <a:t> (2024)</a:t>
            </a:r>
            <a:r>
              <a:rPr lang="en-GB" sz="1400" b="0" i="1" dirty="0">
                <a:solidFill>
                  <a:srgbClr val="A8A29E"/>
                </a:solidFill>
                <a:effectLst/>
                <a:ea typeface="Verdana" panose="020B0604030504040204" pitchFamily="34" charset="0"/>
              </a:rPr>
              <a:t>.</a:t>
            </a:r>
            <a:endParaRPr lang="en-NL" sz="1400" i="1" dirty="0"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366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4C61C-8A40-4973-8C02-A84A15C32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Open Science?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861AA64-9BA0-45D7-9F56-E0D806F7BD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070" y="2160589"/>
            <a:ext cx="4378711" cy="388077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Open science means structuring the </a:t>
            </a:r>
            <a:r>
              <a:rPr lang="en-US" b="1" dirty="0"/>
              <a:t>entire research lifecycle </a:t>
            </a:r>
            <a:r>
              <a:rPr lang="en-US" dirty="0"/>
              <a:t>for </a:t>
            </a:r>
            <a:r>
              <a:rPr lang="en-US" b="1" dirty="0"/>
              <a:t>transparency</a:t>
            </a:r>
            <a:r>
              <a:rPr lang="en-US" dirty="0"/>
              <a:t> and </a:t>
            </a:r>
            <a:r>
              <a:rPr lang="en-US" b="1" dirty="0"/>
              <a:t>reuse</a:t>
            </a:r>
          </a:p>
          <a:p>
            <a:pPr marL="400027" indent="-342900">
              <a:buFont typeface="+mj-lt"/>
              <a:buAutoNum type="arabicPeriod"/>
            </a:pPr>
            <a:r>
              <a:rPr lang="en-US" i="1" dirty="0"/>
              <a:t>Ideation:</a:t>
            </a:r>
            <a:r>
              <a:rPr lang="en-US" dirty="0"/>
              <a:t> Registered reports</a:t>
            </a:r>
          </a:p>
          <a:p>
            <a:pPr marL="400027" indent="-342900">
              <a:buFont typeface="+mj-lt"/>
              <a:buAutoNum type="arabicPeriod"/>
            </a:pPr>
            <a:r>
              <a:rPr lang="en-US" i="1" dirty="0"/>
              <a:t>Data Collection &amp; Analysis: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Data Sharing, Open Source Code, Open Hardware</a:t>
            </a:r>
          </a:p>
          <a:p>
            <a:pPr marL="400027" indent="-342900">
              <a:buFont typeface="+mj-lt"/>
              <a:buAutoNum type="arabicPeriod"/>
            </a:pPr>
            <a:r>
              <a:rPr lang="en-US" i="1" dirty="0"/>
              <a:t>Publication:</a:t>
            </a:r>
            <a:r>
              <a:rPr lang="en-US" dirty="0"/>
              <a:t> Open Access, standardized reporting (protocols), preprints, Open &amp; Code Review</a:t>
            </a:r>
          </a:p>
          <a:p>
            <a:pPr marL="400027" indent="-342900">
              <a:buFont typeface="+mj-lt"/>
              <a:buAutoNum type="arabicPeriod"/>
            </a:pPr>
            <a:r>
              <a:rPr lang="en-US" i="1" dirty="0"/>
              <a:t>Knowledge Mobilization:</a:t>
            </a:r>
            <a:r>
              <a:rPr lang="en-US" dirty="0"/>
              <a:t> Communities, Challenges, Reuse/Reproduce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040A8-FFFD-4369-82A9-28CE36C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E7AF7-A99A-4611-85EC-70FAAB6FC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E1B23-D0AA-4F5F-8021-9A2371443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4</a:t>
            </a:fld>
            <a:endParaRPr lang="pt-PT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0C4A15-64CF-4ADF-A0FA-1E09704DB022}"/>
              </a:ext>
            </a:extLst>
          </p:cNvPr>
          <p:cNvSpPr txBox="1"/>
          <p:nvPr/>
        </p:nvSpPr>
        <p:spPr>
          <a:xfrm>
            <a:off x="676911" y="6248400"/>
            <a:ext cx="10831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Gaspar et al. (2025), “Advancing MRI, together: open science in MR research” (MAGMA, </a:t>
            </a:r>
            <a:r>
              <a:rPr lang="en-US" sz="1400" i="1" dirty="0">
                <a:hlinkClick r:id="rId3"/>
              </a:rPr>
              <a:t>doi:10.1007/s10334-025-01286-8</a:t>
            </a:r>
            <a:r>
              <a:rPr lang="en-US" sz="1400" i="1" dirty="0"/>
              <a:t>)</a:t>
            </a:r>
          </a:p>
          <a:p>
            <a:r>
              <a:rPr lang="en-US" sz="1400" i="1" dirty="0">
                <a:hlinkClick r:id="rId4"/>
              </a:rPr>
              <a:t>https://science.gc.ca/site/science/en/open-science</a:t>
            </a:r>
            <a:endParaRPr lang="en-US" sz="1400" i="1" dirty="0"/>
          </a:p>
        </p:txBody>
      </p:sp>
      <p:pic>
        <p:nvPicPr>
          <p:cNvPr id="2050" name="Picture 2" descr="Figure 1: Circular diagram depicting four, sequential and cyclical broad categories of open science. Example practices from each category appear in an outside ring.">
            <a:extLst>
              <a:ext uri="{FF2B5EF4-FFF2-40B4-BE49-F238E27FC236}">
                <a16:creationId xmlns:a16="http://schemas.microsoft.com/office/drawing/2014/main" id="{3A6EB4B8-0997-4B3C-842D-7EDF2313FD3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3647" y="429141"/>
            <a:ext cx="5695088" cy="5763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4367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3E42F-4720-E7D9-1520-5A7B5923F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378DE-DF2F-77C7-822F-C7EBD1496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920" y="257271"/>
            <a:ext cx="10502352" cy="1014588"/>
          </a:xfrm>
        </p:spPr>
        <p:txBody>
          <a:bodyPr anchor="b">
            <a:normAutofit/>
          </a:bodyPr>
          <a:lstStyle/>
          <a:p>
            <a:r>
              <a:rPr lang="en-US" dirty="0"/>
              <a:t>Example (Step 2): </a:t>
            </a:r>
            <a:r>
              <a:rPr lang="en-NL" dirty="0"/>
              <a:t>FAIR Data</a:t>
            </a:r>
            <a:r>
              <a:rPr lang="en-US" dirty="0"/>
              <a:t> </a:t>
            </a:r>
            <a:r>
              <a:rPr lang="en-NL" dirty="0"/>
              <a:t>&amp; Code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1C043A-3D74-947B-DD40-191A11583956}"/>
              </a:ext>
            </a:extLst>
          </p:cNvPr>
          <p:cNvSpPr txBox="1"/>
          <p:nvPr/>
        </p:nvSpPr>
        <p:spPr>
          <a:xfrm>
            <a:off x="1003655" y="6371450"/>
            <a:ext cx="70132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400" i="1" dirty="0">
                <a:hlinkClick r:id="rId2"/>
              </a:rPr>
              <a:t>https://www.openaire.eu/how-to-make-your-data-fair</a:t>
            </a:r>
            <a:endParaRPr lang="en-US" sz="1400" i="1" dirty="0"/>
          </a:p>
          <a:p>
            <a:r>
              <a:rPr lang="en-US" sz="1400" i="1" dirty="0"/>
              <a:t>Slide courtesy of Johanna Bayer</a:t>
            </a:r>
            <a:endParaRPr lang="en-NL" sz="1400" i="1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6BCA94B-FF02-DA1C-292B-CF541549F9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7981983"/>
              </p:ext>
            </p:extLst>
          </p:nvPr>
        </p:nvGraphicFramePr>
        <p:xfrm>
          <a:off x="831780" y="1567170"/>
          <a:ext cx="10511492" cy="47432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BD8A39-E844-4B59-A6D2-0E2CC86A3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F8F6C-2357-4512-80E7-C0D9BCC28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89FE6F-5E2E-41B0-B763-0E3F6C88E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6407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43685-A81F-48B6-8780-3F9D836EC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Open Science?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8E7BD-C7F8-4A0D-A61D-6808A335B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70" y="1849308"/>
            <a:ext cx="6420715" cy="388077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There are strong systemic and ethical arguments for open science,</a:t>
            </a:r>
          </a:p>
          <a:p>
            <a:pPr lvl="1"/>
            <a:r>
              <a:rPr lang="en-US" dirty="0"/>
              <a:t>Improving reproducibility</a:t>
            </a:r>
          </a:p>
          <a:p>
            <a:pPr lvl="1"/>
            <a:r>
              <a:rPr lang="en-US" dirty="0"/>
              <a:t>Reducing </a:t>
            </a:r>
            <a:r>
              <a:rPr lang="en-NL" dirty="0"/>
              <a:t>false positive</a:t>
            </a:r>
            <a:r>
              <a:rPr lang="en-US" dirty="0"/>
              <a:t>s</a:t>
            </a:r>
            <a:r>
              <a:rPr lang="en-US" baseline="30000" dirty="0"/>
              <a:t>[1]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This sounds like a lot of work…what’s in it for me?</a:t>
            </a:r>
          </a:p>
          <a:p>
            <a:endParaRPr lang="en-US" dirty="0"/>
          </a:p>
          <a:p>
            <a:r>
              <a:rPr lang="en-US" dirty="0"/>
              <a:t>Today: Practical (and slightly selfish) arguments</a:t>
            </a:r>
            <a:r>
              <a:rPr lang="en-US" baseline="30000" dirty="0"/>
              <a:t>[2]</a:t>
            </a:r>
          </a:p>
          <a:p>
            <a:pPr marL="799917" lvl="1" indent="-342900">
              <a:buFont typeface="+mj-lt"/>
              <a:buAutoNum type="arabicPeriod"/>
            </a:pPr>
            <a:r>
              <a:rPr lang="en-US" dirty="0"/>
              <a:t>Efficiency &amp; Error Reduction</a:t>
            </a:r>
          </a:p>
          <a:p>
            <a:pPr marL="799917" lvl="1" indent="-342900">
              <a:buFont typeface="+mj-lt"/>
              <a:buAutoNum type="arabicPeriod"/>
            </a:pPr>
            <a:r>
              <a:rPr lang="en-US" dirty="0"/>
              <a:t>Collaboration &amp; Continuity</a:t>
            </a:r>
          </a:p>
          <a:p>
            <a:pPr marL="799917" lvl="1" indent="-342900">
              <a:buFont typeface="+mj-lt"/>
              <a:buAutoNum type="arabicPeriod"/>
            </a:pPr>
            <a:r>
              <a:rPr lang="en-US" dirty="0"/>
              <a:t>Impact &amp; Influence</a:t>
            </a:r>
          </a:p>
          <a:p>
            <a:pPr marL="799917" lvl="1" indent="-342900">
              <a:buFont typeface="+mj-lt"/>
              <a:buAutoNum type="arabicPeriod"/>
            </a:pPr>
            <a:endParaRPr lang="en-US" dirty="0"/>
          </a:p>
          <a:p>
            <a:pPr marL="799917" lvl="1" indent="-342900">
              <a:buFont typeface="+mj-lt"/>
              <a:buAutoNum type="arabicPeriod"/>
            </a:pPr>
            <a:endParaRPr lang="en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2840F-DF36-4934-B5F1-4327DEF37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022D4-BE52-4B34-82FA-1C47E30FD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8CF60-46B1-4A9A-B2AA-CAD74998D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6</a:t>
            </a:fld>
            <a:endParaRPr lang="pt-PT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629B64-6870-4EEC-8732-5741B8CABAFA}"/>
              </a:ext>
            </a:extLst>
          </p:cNvPr>
          <p:cNvSpPr txBox="1"/>
          <p:nvPr/>
        </p:nvSpPr>
        <p:spPr>
          <a:xfrm>
            <a:off x="677070" y="5866410"/>
            <a:ext cx="90625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effectLst/>
              </a:rPr>
              <a:t>[1] Ioannidis, J.P.A., 2005. Why Most Published Research Findings Are False. PLOS Medicine 2, e124. </a:t>
            </a:r>
            <a:r>
              <a:rPr lang="en-US" sz="1400" dirty="0">
                <a:effectLst/>
                <a:hlinkClick r:id="rId3"/>
              </a:rPr>
              <a:t>https://doi.org/10.1371/journal.pmed.0020124</a:t>
            </a:r>
            <a:endParaRPr lang="en-US" sz="1400" i="1" dirty="0">
              <a:effectLst/>
            </a:endParaRPr>
          </a:p>
          <a:p>
            <a:r>
              <a:rPr lang="en-US" sz="1400" i="1" dirty="0">
                <a:effectLst/>
              </a:rPr>
              <a:t>[2] </a:t>
            </a:r>
            <a:r>
              <a:rPr lang="en-US" sz="1400" i="1" dirty="0" err="1">
                <a:effectLst/>
              </a:rPr>
              <a:t>Markowetz</a:t>
            </a:r>
            <a:r>
              <a:rPr lang="en-US" sz="1400" i="1" dirty="0">
                <a:effectLst/>
              </a:rPr>
              <a:t>, F., 2015. Five selfish reasons to work reproducibly. Genome Biol 16, 274. </a:t>
            </a:r>
            <a:r>
              <a:rPr lang="en-US" sz="1400" i="1" dirty="0">
                <a:effectLst/>
                <a:hlinkClick r:id="rId4"/>
              </a:rPr>
              <a:t>https://doi.org/10.1186/s13059-015-0850-7</a:t>
            </a:r>
            <a:endParaRPr lang="en-US" sz="1400" i="1" dirty="0">
              <a:effectLst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04A9096-4E45-49DF-9BB5-D73759302F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9829" y="1310947"/>
            <a:ext cx="4151463" cy="1699087"/>
          </a:xfrm>
          <a:prstGeom prst="rect">
            <a:avLst/>
          </a:prstGeom>
        </p:spPr>
      </p:pic>
      <p:pic>
        <p:nvPicPr>
          <p:cNvPr id="4098" name="Picture 2" descr="undefined">
            <a:extLst>
              <a:ext uri="{FF2B5EF4-FFF2-40B4-BE49-F238E27FC236}">
                <a16:creationId xmlns:a16="http://schemas.microsoft.com/office/drawing/2014/main" id="{15C48499-0186-4D98-8E97-35B467F61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9088" y="3146363"/>
            <a:ext cx="2036472" cy="2583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39CAE82-6159-4F83-AD59-EC9057DEF988}"/>
              </a:ext>
            </a:extLst>
          </p:cNvPr>
          <p:cNvSpPr txBox="1"/>
          <p:nvPr/>
        </p:nvSpPr>
        <p:spPr>
          <a:xfrm>
            <a:off x="9525560" y="4944361"/>
            <a:ext cx="260618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/>
              <a:t>https://lccn.loc.gov/50041709, Public domain, via Wikimedia Commons</a:t>
            </a:r>
          </a:p>
        </p:txBody>
      </p:sp>
    </p:spTree>
    <p:extLst>
      <p:ext uri="{BB962C8B-B14F-4D97-AF65-F5344CB8AC3E}">
        <p14:creationId xmlns:p14="http://schemas.microsoft.com/office/powerpoint/2010/main" val="152727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5DAB6-B972-40D3-8591-04E588222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Practical Lesson 1: Reduce Friction - </a:t>
            </a:r>
            <a:r>
              <a:rPr lang="en-US" sz="2700" b="0" i="1" dirty="0"/>
              <a:t>Efficiency &amp; Error Reduction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475AD5-773E-496F-8A42-10D5DF3733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069" y="1930399"/>
            <a:ext cx="4182401" cy="3880772"/>
          </a:xfrm>
        </p:spPr>
        <p:txBody>
          <a:bodyPr>
            <a:normAutofit/>
          </a:bodyPr>
          <a:lstStyle/>
          <a:p>
            <a:r>
              <a:rPr lang="en-US" dirty="0"/>
              <a:t>Saves time when revisiting analyses</a:t>
            </a:r>
          </a:p>
          <a:p>
            <a:r>
              <a:rPr lang="en-US" dirty="0"/>
              <a:t>Prevents silent errors before submission</a:t>
            </a:r>
          </a:p>
          <a:p>
            <a:r>
              <a:rPr lang="en-US" dirty="0"/>
              <a:t>Makes debugging and parameter tracking feasible</a:t>
            </a:r>
          </a:p>
          <a:p>
            <a:r>
              <a:rPr lang="en-US" dirty="0"/>
              <a:t>Makes writing and revising papers easier</a:t>
            </a:r>
          </a:p>
          <a:p>
            <a:r>
              <a:rPr lang="en-US" dirty="0"/>
              <a:t>Strengthens your position during peer review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DCEBB2-D9B1-49D4-973C-507605253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7980" y="1930400"/>
            <a:ext cx="5002317" cy="3880773"/>
          </a:xfrm>
        </p:spPr>
        <p:txBody>
          <a:bodyPr>
            <a:normAutofit/>
          </a:bodyPr>
          <a:lstStyle/>
          <a:p>
            <a:r>
              <a:rPr lang="en-US" i="1" dirty="0"/>
              <a:t>“I did this analysis 6 months ago. Of course I can’t remember all the details after such a long time”</a:t>
            </a:r>
            <a:r>
              <a:rPr lang="en-US" i="1" baseline="30000" dirty="0"/>
              <a:t>[1]</a:t>
            </a:r>
          </a:p>
          <a:p>
            <a:endParaRPr lang="en-US" i="1" dirty="0"/>
          </a:p>
          <a:p>
            <a:r>
              <a:rPr lang="en-US" i="1" dirty="0"/>
              <a:t>E.g., Code Review by other co-author</a:t>
            </a:r>
            <a:r>
              <a:rPr lang="en-US" i="1" baseline="30000" dirty="0"/>
              <a:t>[2]</a:t>
            </a:r>
            <a:br>
              <a:rPr lang="en-US" i="1" baseline="30000" dirty="0"/>
            </a:br>
            <a:endParaRPr lang="en-US" i="1" dirty="0"/>
          </a:p>
          <a:p>
            <a:r>
              <a:rPr lang="en-US" i="1" dirty="0"/>
              <a:t>Method section writes itself</a:t>
            </a:r>
            <a:br>
              <a:rPr lang="en-US" i="1" dirty="0"/>
            </a:br>
            <a:endParaRPr lang="en-US" i="1" dirty="0"/>
          </a:p>
          <a:p>
            <a:r>
              <a:rPr lang="en-US" i="1" dirty="0"/>
              <a:t>“Rev 2 wants to try a different setting for a processing step”</a:t>
            </a:r>
          </a:p>
          <a:p>
            <a:pPr marL="0" indent="0">
              <a:buNone/>
            </a:pPr>
            <a:endParaRPr lang="en-US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EED8B-604E-41A9-B598-9498EA7EA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B7523-31E7-44A4-BE59-5942D1538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B0D4D-D922-477F-828F-62533AF15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7</a:t>
            </a:fld>
            <a:endParaRPr lang="pt-P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9CF9D0-C11C-4169-945F-86FE4C3DD296}"/>
              </a:ext>
            </a:extLst>
          </p:cNvPr>
          <p:cNvSpPr txBox="1"/>
          <p:nvPr/>
        </p:nvSpPr>
        <p:spPr>
          <a:xfrm>
            <a:off x="457150" y="5705811"/>
            <a:ext cx="116615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effectLst/>
              </a:rPr>
              <a:t>[1] </a:t>
            </a:r>
            <a:r>
              <a:rPr lang="en-US" sz="1400" dirty="0" err="1">
                <a:effectLst/>
              </a:rPr>
              <a:t>Markowetz</a:t>
            </a:r>
            <a:r>
              <a:rPr lang="en-US" sz="1400" dirty="0">
                <a:effectLst/>
              </a:rPr>
              <a:t>, F., 2015. Five selfish reasons to work reproducibly. Genome Biol 16, 274. </a:t>
            </a:r>
            <a:r>
              <a:rPr lang="en-US" sz="1400" dirty="0">
                <a:effectLst/>
                <a:hlinkClick r:id="rId3"/>
              </a:rPr>
              <a:t>https://doi.org/10.1186/s13059-015-0850-7</a:t>
            </a:r>
            <a:endParaRPr lang="en-US" sz="1400" dirty="0">
              <a:effectLst/>
            </a:endParaRPr>
          </a:p>
          <a:p>
            <a:r>
              <a:rPr lang="en-US" sz="1400" dirty="0"/>
              <a:t>[2] </a:t>
            </a:r>
            <a:r>
              <a:rPr lang="en-US" sz="1400" dirty="0">
                <a:effectLst/>
              </a:rPr>
              <a:t>Pereira, I., et al., (2025). Structured Code Review in Translational </a:t>
            </a:r>
            <a:r>
              <a:rPr lang="en-US" sz="1400" dirty="0" err="1">
                <a:effectLst/>
              </a:rPr>
              <a:t>Neuromodeling</a:t>
            </a:r>
            <a:r>
              <a:rPr lang="en-US" sz="1400" dirty="0">
                <a:effectLst/>
              </a:rPr>
              <a:t> and Computational Psychiatry. </a:t>
            </a:r>
            <a:r>
              <a:rPr lang="en-US" sz="1400" dirty="0">
                <a:effectLst/>
                <a:hlinkClick r:id="rId4"/>
              </a:rPr>
              <a:t>https://doi.org/10.20944/preprints202510.0133.v1</a:t>
            </a:r>
            <a:endParaRPr lang="en-US" sz="1400" dirty="0">
              <a:effectLst/>
            </a:endParaRPr>
          </a:p>
          <a:p>
            <a:endParaRPr lang="en-US" sz="1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75071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5DAB6-B972-40D3-8591-04E588222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Practical Lesson 2: Enable Sustainability </a:t>
            </a:r>
            <a:r>
              <a:rPr lang="en-US" sz="2700" b="0" i="1" dirty="0"/>
              <a:t>Collaboration &amp; Continuity</a:t>
            </a:r>
            <a:br>
              <a:rPr lang="en-US" sz="2700" b="0" i="1" dirty="0"/>
            </a:b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475AD5-773E-496F-8A42-10D5DF3733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069" y="1930399"/>
            <a:ext cx="4182401" cy="3880772"/>
          </a:xfrm>
        </p:spPr>
        <p:txBody>
          <a:bodyPr>
            <a:normAutofit/>
          </a:bodyPr>
          <a:lstStyle/>
          <a:p>
            <a:r>
              <a:rPr lang="en-US" dirty="0"/>
              <a:t>Faster onboarding of students and staff</a:t>
            </a:r>
          </a:p>
          <a:p>
            <a:r>
              <a:rPr lang="en-US" dirty="0"/>
              <a:t>Pipelines survive personnel changes</a:t>
            </a:r>
          </a:p>
          <a:p>
            <a:r>
              <a:rPr lang="en-US" dirty="0"/>
              <a:t>Multi-center validation becomes feasible</a:t>
            </a:r>
          </a:p>
          <a:p>
            <a:r>
              <a:rPr lang="en-US" dirty="0"/>
              <a:t>Infrastructure outlives individual projects</a:t>
            </a:r>
          </a:p>
          <a:p>
            <a:r>
              <a:rPr lang="en-US" dirty="0"/>
              <a:t>Reduces technical debt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DCEBB2-D9B1-49D4-973C-507605253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7980" y="1930400"/>
            <a:ext cx="5427620" cy="3880773"/>
          </a:xfrm>
        </p:spPr>
        <p:txBody>
          <a:bodyPr>
            <a:normAutofit/>
          </a:bodyPr>
          <a:lstStyle/>
          <a:p>
            <a:r>
              <a:rPr lang="en-US" i="1" dirty="0"/>
              <a:t>What’s documented for the public, is well documented for your own lab/center</a:t>
            </a:r>
            <a:r>
              <a:rPr lang="en-US" i="1" baseline="30000" dirty="0"/>
              <a:t>[1]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r>
              <a:rPr lang="en-US" i="1" dirty="0"/>
              <a:t>Proprietary software or private branches of open source software: licensing or internal software engineering costs</a:t>
            </a:r>
            <a:r>
              <a:rPr lang="en-US" i="1" baseline="30000" dirty="0"/>
              <a:t>[2]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EED8B-604E-41A9-B598-9498EA7EA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B7523-31E7-44A4-BE59-5942D1538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B0D4D-D922-477F-828F-62533AF15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8</a:t>
            </a:fld>
            <a:endParaRPr lang="pt-P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9CF9D0-C11C-4169-945F-86FE4C3DD296}"/>
              </a:ext>
            </a:extLst>
          </p:cNvPr>
          <p:cNvSpPr txBox="1"/>
          <p:nvPr/>
        </p:nvSpPr>
        <p:spPr>
          <a:xfrm>
            <a:off x="457150" y="5833131"/>
            <a:ext cx="1166154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effectLst/>
              </a:rPr>
              <a:t>[1] </a:t>
            </a:r>
            <a:r>
              <a:rPr lang="en-US" sz="1400" dirty="0" err="1">
                <a:effectLst/>
              </a:rPr>
              <a:t>Frässle</a:t>
            </a:r>
            <a:r>
              <a:rPr lang="en-US" sz="1400" dirty="0">
                <a:effectLst/>
              </a:rPr>
              <a:t>, S. et al. (2021) TAPAS: An Open-Source Software Package for Translational </a:t>
            </a:r>
            <a:r>
              <a:rPr lang="en-US" sz="1400" dirty="0" err="1">
                <a:effectLst/>
              </a:rPr>
              <a:t>Neuromodeling</a:t>
            </a:r>
            <a:r>
              <a:rPr lang="en-US" sz="1400" dirty="0">
                <a:effectLst/>
              </a:rPr>
              <a:t> and Computational Psychiatry. Front. Psychiatry 12. </a:t>
            </a:r>
            <a:r>
              <a:rPr lang="en-US" sz="1400" dirty="0">
                <a:effectLst/>
                <a:hlinkClick r:id="rId3"/>
              </a:rPr>
              <a:t>https://doi.org/10.3389/fpsyt.2021.680811</a:t>
            </a:r>
            <a:endParaRPr lang="en-US" sz="1400" dirty="0">
              <a:effectLst/>
            </a:endParaRPr>
          </a:p>
          <a:p>
            <a:r>
              <a:rPr lang="en-US" sz="1400" dirty="0"/>
              <a:t>[2] </a:t>
            </a:r>
            <a:r>
              <a:rPr lang="en-US" sz="1400" dirty="0">
                <a:hlinkClick r:id="rId4"/>
              </a:rPr>
              <a:t>https://www.linuxfoundation.org/press/new-linux-foundation-report-shows-active-open-source-contribution-delivers-2-5x-roi-while-passive-consumption-increases-costly-technical-debt</a:t>
            </a:r>
            <a:endParaRPr lang="en-US" sz="1400" dirty="0"/>
          </a:p>
          <a:p>
            <a:endParaRPr lang="en-US" sz="1400" dirty="0">
              <a:effectLst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FD659B-FB22-4D48-9D43-AAFFC31C6B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7549" y="2714723"/>
            <a:ext cx="3422751" cy="191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843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5DAB6-B972-40D3-8591-04E588222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Practical Lesson 3: Increase Leverage </a:t>
            </a:r>
            <a:r>
              <a:rPr lang="en-US" sz="2700" b="0" i="1" dirty="0"/>
              <a:t>Impact &amp; Influence</a:t>
            </a:r>
            <a:br>
              <a:rPr lang="en-US" sz="2700" b="0" i="1" dirty="0"/>
            </a:br>
            <a:br>
              <a:rPr lang="en-US" sz="2700" b="0" i="1" dirty="0"/>
            </a:b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475AD5-773E-496F-8A42-10D5DF3733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069" y="1930399"/>
            <a:ext cx="4182401" cy="388077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Shared data and code are reused — and reused work is cited more</a:t>
            </a:r>
          </a:p>
          <a:p>
            <a:r>
              <a:rPr lang="en-US" dirty="0"/>
              <a:t>Methods become benchmarks, not just papers</a:t>
            </a:r>
          </a:p>
          <a:p>
            <a:r>
              <a:rPr lang="en-US" dirty="0"/>
              <a:t>Stronger position in multi-center collaborations</a:t>
            </a:r>
          </a:p>
          <a:p>
            <a:r>
              <a:rPr lang="en-US" dirty="0"/>
              <a:t>Alignment with evolving journal and funder requirements</a:t>
            </a:r>
          </a:p>
          <a:p>
            <a:r>
              <a:rPr lang="en-US" dirty="0"/>
              <a:t>Reputation for rigor and transparency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DCEBB2-D9B1-49D4-973C-507605253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7980" y="1930400"/>
            <a:ext cx="5427620" cy="3880773"/>
          </a:xfrm>
        </p:spPr>
        <p:txBody>
          <a:bodyPr>
            <a:normAutofit lnSpcReduction="10000"/>
          </a:bodyPr>
          <a:lstStyle/>
          <a:p>
            <a:r>
              <a:rPr lang="en-US" i="1" dirty="0"/>
              <a:t>Up to 25% higher citation rates</a:t>
            </a:r>
            <a:r>
              <a:rPr lang="en-US" i="1" baseline="30000" dirty="0"/>
              <a:t>[1]</a:t>
            </a:r>
          </a:p>
          <a:p>
            <a:pPr marL="0" indent="0">
              <a:buNone/>
            </a:pPr>
            <a:endParaRPr lang="en-US" i="1" baseline="30000" dirty="0"/>
          </a:p>
          <a:p>
            <a:endParaRPr lang="en-US" i="1" baseline="30000" dirty="0"/>
          </a:p>
          <a:p>
            <a:r>
              <a:rPr lang="en-US" i="1" dirty="0"/>
              <a:t>E.g., conjugate gradient SENSE for image reconstruction challenge of ISMRM RRSG</a:t>
            </a:r>
            <a:r>
              <a:rPr lang="en-US" i="1" baseline="30000" dirty="0"/>
              <a:t>[2]</a:t>
            </a:r>
          </a:p>
          <a:p>
            <a:endParaRPr lang="en-US" i="1" baseline="30000" dirty="0"/>
          </a:p>
          <a:p>
            <a:r>
              <a:rPr lang="en-US" i="1" dirty="0"/>
              <a:t>Code and Data Sharing increasingly recommended or even required by journals</a:t>
            </a:r>
            <a:r>
              <a:rPr lang="en-US" i="1" baseline="30000" dirty="0"/>
              <a:t>[3]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EED8B-604E-41A9-B598-9498EA7EA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B7523-31E7-44A4-BE59-5942D1538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B0D4D-D922-477F-828F-62533AF15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9</a:t>
            </a:fld>
            <a:endParaRPr lang="pt-P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9CF9D0-C11C-4169-945F-86FE4C3DD296}"/>
              </a:ext>
            </a:extLst>
          </p:cNvPr>
          <p:cNvSpPr txBox="1"/>
          <p:nvPr/>
        </p:nvSpPr>
        <p:spPr>
          <a:xfrm>
            <a:off x="430836" y="5525674"/>
            <a:ext cx="1166154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effectLst/>
              </a:rPr>
              <a:t>[1] </a:t>
            </a:r>
            <a:r>
              <a:rPr lang="en-US" sz="1400" i="1" dirty="0" err="1">
                <a:effectLst/>
              </a:rPr>
              <a:t>Colavizza</a:t>
            </a:r>
            <a:r>
              <a:rPr lang="en-US" sz="1400" i="1" dirty="0">
                <a:effectLst/>
              </a:rPr>
              <a:t>, G., et al. (2020). The citation advantage of linking publications to research data. PLOS ONE 15, e0230416. </a:t>
            </a:r>
            <a:r>
              <a:rPr lang="en-US" sz="1400" i="1" dirty="0">
                <a:effectLst/>
                <a:hlinkClick r:id="rId3"/>
              </a:rPr>
              <a:t>https://doi.org/10.1371/journal.pone.0230416</a:t>
            </a:r>
            <a:endParaRPr lang="en-US" sz="1400" i="1" dirty="0">
              <a:effectLst/>
            </a:endParaRPr>
          </a:p>
          <a:p>
            <a:r>
              <a:rPr lang="en-US" sz="1400" i="1" dirty="0">
                <a:effectLst/>
              </a:rPr>
              <a:t>[2] Maier, </a:t>
            </a:r>
            <a:r>
              <a:rPr lang="en-US" sz="1400" i="1" dirty="0" err="1">
                <a:effectLst/>
              </a:rPr>
              <a:t>O.,et</a:t>
            </a:r>
            <a:r>
              <a:rPr lang="en-US" sz="1400" i="1" dirty="0">
                <a:effectLst/>
              </a:rPr>
              <a:t> al (2021). CG-SENSE revisited: Results from the first ISMRM reproducibility challenge. MRM 85, 1821–1839. </a:t>
            </a:r>
            <a:r>
              <a:rPr lang="en-US" sz="1400" i="1" dirty="0">
                <a:effectLst/>
                <a:hlinkClick r:id="rId4"/>
              </a:rPr>
              <a:t>https://doi.org/10.1002/mrm.28569</a:t>
            </a:r>
            <a:endParaRPr lang="en-US" sz="1400" i="1" dirty="0">
              <a:effectLst/>
            </a:endParaRPr>
          </a:p>
          <a:p>
            <a:r>
              <a:rPr lang="en-US" sz="1400" i="1" dirty="0">
                <a:effectLst/>
              </a:rPr>
              <a:t>[3] </a:t>
            </a:r>
            <a:r>
              <a:rPr lang="en-US" sz="1400" i="1" dirty="0" err="1">
                <a:effectLst/>
              </a:rPr>
              <a:t>Pariente</a:t>
            </a:r>
            <a:r>
              <a:rPr lang="en-US" sz="1400" i="1" dirty="0">
                <a:effectLst/>
              </a:rPr>
              <a:t>, N., Cadwallader, L., Editors, on behalf of the P.B.S., 2026. Formalizing our commitment to code sharing. PLOS Biology 24, e3003678. </a:t>
            </a:r>
            <a:r>
              <a:rPr lang="en-US" sz="1400" i="1" dirty="0">
                <a:effectLst/>
                <a:hlinkClick r:id="rId5"/>
              </a:rPr>
              <a:t>https://doi.org/10.1371/journal.pbio.3003678</a:t>
            </a:r>
            <a:endParaRPr lang="en-US" sz="1400" i="1" dirty="0">
              <a:effectLst/>
            </a:endParaRPr>
          </a:p>
          <a:p>
            <a:endParaRPr lang="en-US" sz="1400" i="1" dirty="0">
              <a:effectLst/>
            </a:endParaRPr>
          </a:p>
          <a:p>
            <a:endParaRPr lang="en-US" sz="1400" i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26899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Leadership is illustrated as a fractal where different people are watering and growing flowers in different places - that is leading to new fractals with more people. There are a few quotes written on the image - Transform yourself to transform the world, the large is a reflection of the small, and strong values can spread to other organisations.">
            <a:extLst>
              <a:ext uri="{FF2B5EF4-FFF2-40B4-BE49-F238E27FC236}">
                <a16:creationId xmlns:a16="http://schemas.microsoft.com/office/drawing/2014/main" id="{09804C2E-FF71-479A-9A59-060218715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54590" y="420423"/>
            <a:ext cx="3767370" cy="3009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CC5C935-5753-47E3-B357-D315CE3CC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lids on unopened science – What is holding us back?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E2870DF-E5B7-4304-9D26-801A0A4D14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070" y="2160589"/>
            <a:ext cx="4182401" cy="468922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Resource scarcity: Time and staff</a:t>
            </a:r>
            <a:br>
              <a:rPr lang="en-US" dirty="0"/>
            </a:br>
            <a:endParaRPr lang="en-US" dirty="0"/>
          </a:p>
          <a:p>
            <a:r>
              <a:rPr lang="en-US" dirty="0"/>
              <a:t>Activation energy: </a:t>
            </a:r>
          </a:p>
          <a:p>
            <a:pPr lvl="1"/>
            <a:r>
              <a:rPr lang="en-US" dirty="0"/>
              <a:t>Where do I start?</a:t>
            </a:r>
          </a:p>
          <a:p>
            <a:pPr lvl="1"/>
            <a:r>
              <a:rPr lang="en-US" dirty="0"/>
              <a:t>Perfectionism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Institutional/domain incentive structure </a:t>
            </a:r>
          </a:p>
          <a:p>
            <a:pPr lvl="1"/>
            <a:r>
              <a:rPr lang="en-US" dirty="0"/>
              <a:t>Lab culture</a:t>
            </a:r>
          </a:p>
          <a:p>
            <a:pPr lvl="1"/>
            <a:r>
              <a:rPr lang="en-US" dirty="0"/>
              <a:t>Career progression</a:t>
            </a:r>
          </a:p>
          <a:p>
            <a:pPr lvl="1"/>
            <a:r>
              <a:rPr lang="en-US" dirty="0"/>
              <a:t>Prestige</a:t>
            </a:r>
          </a:p>
          <a:p>
            <a:pPr lvl="1"/>
            <a:endParaRPr lang="en-US" dirty="0"/>
          </a:p>
          <a:p>
            <a:r>
              <a:rPr lang="en-US" dirty="0"/>
              <a:t>Legal Concerns </a:t>
            </a:r>
          </a:p>
          <a:p>
            <a:pPr lvl="1"/>
            <a:r>
              <a:rPr lang="en-US" dirty="0"/>
              <a:t>Personal Health Information,</a:t>
            </a:r>
          </a:p>
          <a:p>
            <a:pPr lvl="1"/>
            <a:r>
              <a:rPr lang="en-US" dirty="0"/>
              <a:t>Data Sharing/GDPR</a:t>
            </a:r>
          </a:p>
          <a:p>
            <a:pPr lvl="1"/>
            <a:r>
              <a:rPr lang="en-US" dirty="0"/>
              <a:t>Intellectual Property/Licensing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B9765CE-73DB-418A-BA8F-FA6D5873B2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7982" y="2160590"/>
            <a:ext cx="3896067" cy="388077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Templates, AI coding tools (e.g., Claude, Codex, Copilot, Cursor)</a:t>
            </a:r>
          </a:p>
          <a:p>
            <a:r>
              <a:rPr lang="en-US" dirty="0"/>
              <a:t>Seek out communities</a:t>
            </a:r>
          </a:p>
          <a:p>
            <a:pPr lvl="1"/>
            <a:r>
              <a:rPr lang="en-US" dirty="0"/>
              <a:t>Education: Turing Way, Software Carpentry, Domain-specific special issues/review papers</a:t>
            </a:r>
          </a:p>
          <a:p>
            <a:pPr lvl="1"/>
            <a:r>
              <a:rPr lang="en-US" dirty="0"/>
              <a:t>One commit(</a:t>
            </a:r>
            <a:r>
              <a:rPr lang="en-US" dirty="0" err="1"/>
              <a:t>ment</a:t>
            </a:r>
            <a:r>
              <a:rPr lang="en-US" dirty="0"/>
              <a:t>) at a time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Advocacy &amp; Communities:</a:t>
            </a:r>
          </a:p>
          <a:p>
            <a:pPr lvl="1"/>
            <a:r>
              <a:rPr lang="en-US" dirty="0"/>
              <a:t>PIs: Collaborative Group culture</a:t>
            </a:r>
          </a:p>
          <a:p>
            <a:pPr lvl="1"/>
            <a:r>
              <a:rPr lang="en-US" dirty="0"/>
              <a:t>Publishers/Editors</a:t>
            </a:r>
          </a:p>
          <a:p>
            <a:pPr lvl="1"/>
            <a:r>
              <a:rPr lang="en-US" dirty="0"/>
              <a:t>Study/Special Interest Groups of Academic Societies</a:t>
            </a:r>
          </a:p>
          <a:p>
            <a:pPr lvl="1"/>
            <a:r>
              <a:rPr lang="en-US" dirty="0"/>
              <a:t>Funders/Paper/Grant Reviewers (Data Availability statements.)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F80CE2-7E7C-407A-A636-CEFDB7FB9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D51E73-A2C7-441A-98AC-EC4A0F99D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20B24A-E969-4C0D-85A2-CECEB44B7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10</a:t>
            </a:fld>
            <a:endParaRPr lang="pt-PT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78073D-C750-4C07-8F7B-CC3C66BD34AA}"/>
              </a:ext>
            </a:extLst>
          </p:cNvPr>
          <p:cNvSpPr txBox="1"/>
          <p:nvPr/>
        </p:nvSpPr>
        <p:spPr>
          <a:xfrm>
            <a:off x="5453507" y="6326593"/>
            <a:ext cx="64797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D6D3D1"/>
                </a:solidFill>
                <a:effectLst/>
              </a:rPr>
              <a:t> </a:t>
            </a:r>
            <a:r>
              <a:rPr lang="en-US" sz="1400" i="1" dirty="0">
                <a:solidFill>
                  <a:srgbClr val="60A5FA"/>
                </a:solidFill>
                <a:hlinkClick r:id="rId4"/>
              </a:rPr>
              <a:t>The Turing Way Community &amp; </a:t>
            </a:r>
            <a:r>
              <a:rPr lang="en-US" sz="1400" i="1" dirty="0" err="1">
                <a:solidFill>
                  <a:srgbClr val="60A5FA"/>
                </a:solidFill>
                <a:hlinkClick r:id="rId4"/>
              </a:rPr>
              <a:t>Scriberia</a:t>
            </a:r>
            <a:r>
              <a:rPr lang="en-US" sz="1400" i="1" dirty="0">
                <a:solidFill>
                  <a:srgbClr val="60A5FA"/>
                </a:solidFill>
                <a:hlinkClick r:id="rId4"/>
              </a:rPr>
              <a:t> (2024)</a:t>
            </a:r>
            <a:r>
              <a:rPr lang="en-US" sz="1400" i="1" dirty="0">
                <a:solidFill>
                  <a:srgbClr val="60A5FA"/>
                </a:solidFill>
              </a:rPr>
              <a:t> </a:t>
            </a:r>
            <a:r>
              <a:rPr lang="en-US" sz="1400" i="1" dirty="0"/>
              <a:t>https://doi.org/10.5281/ZENODO.3332807</a:t>
            </a:r>
          </a:p>
        </p:txBody>
      </p:sp>
    </p:spTree>
    <p:extLst>
      <p:ext uri="{BB962C8B-B14F-4D97-AF65-F5344CB8AC3E}">
        <p14:creationId xmlns:p14="http://schemas.microsoft.com/office/powerpoint/2010/main" val="67734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26356F6-E4BD-4C52-AEC0-32EB8F697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070" y="609600"/>
            <a:ext cx="9940130" cy="1320800"/>
          </a:xfrm>
        </p:spPr>
        <p:txBody>
          <a:bodyPr/>
          <a:lstStyle/>
          <a:p>
            <a:r>
              <a:rPr lang="en-US" dirty="0"/>
              <a:t>Getting started with Open Science Today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976E14E-3774-4811-AEF1-5733AED58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70" y="1460500"/>
            <a:ext cx="6532875" cy="45339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Find a great community</a:t>
            </a:r>
          </a:p>
          <a:p>
            <a:pPr lvl="1"/>
            <a:r>
              <a:rPr lang="en-US" dirty="0"/>
              <a:t>Open and Reproducible Research Study Group (ISMRM)</a:t>
            </a:r>
          </a:p>
          <a:p>
            <a:pPr lvl="1"/>
            <a:r>
              <a:rPr lang="en-US" dirty="0"/>
              <a:t>Open Source Hardware Initiative (</a:t>
            </a:r>
            <a:r>
              <a:rPr lang="en-US" dirty="0">
                <a:hlinkClick r:id="rId3"/>
              </a:rPr>
              <a:t>https://opensourceimaging.org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Open Science Initiative for Perfusion Imaging (</a:t>
            </a:r>
            <a:r>
              <a:rPr lang="en-US" dirty="0">
                <a:hlinkClick r:id="rId4"/>
              </a:rPr>
              <a:t>https://osipi.ismrm.org/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Glioma MR Imaging 2.0 (</a:t>
            </a:r>
            <a:r>
              <a:rPr lang="en-US" dirty="0" err="1"/>
              <a:t>GliMR</a:t>
            </a:r>
            <a:r>
              <a:rPr lang="en-US" dirty="0"/>
              <a:t>) Network</a:t>
            </a:r>
            <a:r>
              <a:rPr lang="en-US" baseline="30000" dirty="0"/>
              <a:t>[1]</a:t>
            </a:r>
          </a:p>
          <a:p>
            <a:pPr lvl="2"/>
            <a:r>
              <a:rPr lang="en-US" dirty="0">
                <a:hlinkClick r:id="rId5"/>
              </a:rPr>
              <a:t>Ultimate consent form - GDPR edition — Open Brain Consent 1.1.0+some documentation</a:t>
            </a:r>
            <a:endParaRPr lang="en-US" dirty="0"/>
          </a:p>
          <a:p>
            <a:pPr lvl="1"/>
            <a:r>
              <a:rPr lang="en-US" dirty="0"/>
              <a:t>Open and Reproducible MSK Imaging Research Community (</a:t>
            </a:r>
            <a:r>
              <a:rPr lang="en-US" dirty="0">
                <a:hlinkClick r:id="rId6"/>
              </a:rPr>
              <a:t>https://www.ormir.org/</a:t>
            </a:r>
            <a:r>
              <a:rPr lang="en-US" dirty="0"/>
              <a:t>)</a:t>
            </a:r>
          </a:p>
          <a:p>
            <a:pPr lvl="1"/>
            <a:r>
              <a:rPr lang="en-US" dirty="0">
                <a:hlinkClick r:id="rId7"/>
              </a:rPr>
              <a:t>MRITogether</a:t>
            </a:r>
            <a:r>
              <a:rPr lang="en-US" dirty="0"/>
              <a:t> (ESMRMB)</a:t>
            </a:r>
          </a:p>
          <a:p>
            <a:pPr lvl="1"/>
            <a:r>
              <a:rPr lang="en-US" dirty="0"/>
              <a:t>The Turing Way</a:t>
            </a:r>
            <a:r>
              <a:rPr lang="en-US" baseline="30000" dirty="0"/>
              <a:t>[2]</a:t>
            </a:r>
            <a:r>
              <a:rPr lang="en-US" dirty="0"/>
              <a:t>, Slogan: The Turing Way – Make Open Science </a:t>
            </a:r>
            <a:r>
              <a:rPr lang="en-US" i="1" dirty="0"/>
              <a:t>“too easy NOT to do” it</a:t>
            </a:r>
          </a:p>
          <a:p>
            <a:pPr marL="457017" lvl="1" indent="0">
              <a:buNone/>
            </a:pPr>
            <a:endParaRPr lang="en-US" dirty="0"/>
          </a:p>
          <a:p>
            <a:r>
              <a:rPr lang="en-US" dirty="0"/>
              <a:t>Nice special issues/primers to start reading:</a:t>
            </a:r>
          </a:p>
          <a:p>
            <a:pPr lvl="1"/>
            <a:r>
              <a:rPr lang="en-US" i="1" dirty="0">
                <a:effectLst/>
              </a:rPr>
              <a:t>Gaspar, A et al. (2025). Advancing MRI, together: open science in MR research. MAGMA 38, 635–638. </a:t>
            </a:r>
            <a:r>
              <a:rPr lang="en-US" i="1" dirty="0">
                <a:effectLst/>
                <a:hlinkClick r:id="rId8"/>
              </a:rPr>
              <a:t>https://doi.org/10.1007/s10334-025-01286-8</a:t>
            </a:r>
            <a:endParaRPr lang="en-US" i="1" dirty="0">
              <a:effectLst/>
            </a:endParaRPr>
          </a:p>
          <a:p>
            <a:pPr lvl="1"/>
            <a:r>
              <a:rPr lang="en-US" i="1" dirty="0">
                <a:effectLst/>
              </a:rPr>
              <a:t>Tamir, J.I., et al. (2025. MRI acquisition and reconstruction cookbook: recipes for reproducibility, served with real-world </a:t>
            </a:r>
            <a:r>
              <a:rPr lang="en-US" i="1" dirty="0" err="1">
                <a:effectLst/>
              </a:rPr>
              <a:t>flavour</a:t>
            </a:r>
            <a:r>
              <a:rPr lang="en-US" i="1" dirty="0">
                <a:effectLst/>
              </a:rPr>
              <a:t> (MAGMA 38), 367–385. </a:t>
            </a:r>
            <a:r>
              <a:rPr lang="en-US" i="1" dirty="0">
                <a:effectLst/>
                <a:hlinkClick r:id="rId9"/>
              </a:rPr>
              <a:t>https://doi.org/10.1007/s10334-025-01236-4</a:t>
            </a:r>
            <a:endParaRPr lang="en-US" i="1" dirty="0">
              <a:effectLst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423FC-AC73-466D-8FFE-CB1987CD8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26D23-2A8D-4014-AF7C-36F9E7FDB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2F83D-0F8C-4A5F-A97C-059794768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11</a:t>
            </a:fld>
            <a:endParaRPr lang="pt-PT"/>
          </a:p>
        </p:txBody>
      </p:sp>
      <p:pic>
        <p:nvPicPr>
          <p:cNvPr id="10" name="Content Placeholder 21">
            <a:extLst>
              <a:ext uri="{FF2B5EF4-FFF2-40B4-BE49-F238E27FC236}">
                <a16:creationId xmlns:a16="http://schemas.microsoft.com/office/drawing/2014/main" id="{1D329977-E98D-4BBF-9B77-C1307887263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92148" y="1728770"/>
            <a:ext cx="4672293" cy="31013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C42149-C7F3-472B-BA87-309703F2BB53}"/>
              </a:ext>
            </a:extLst>
          </p:cNvPr>
          <p:cNvSpPr txBox="1"/>
          <p:nvPr/>
        </p:nvSpPr>
        <p:spPr>
          <a:xfrm>
            <a:off x="677070" y="6119336"/>
            <a:ext cx="994013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effectLst/>
              </a:rPr>
              <a:t>[1] Clement, P., et al. (2021). </a:t>
            </a:r>
            <a:r>
              <a:rPr lang="en-US" sz="1400" i="1" dirty="0" err="1">
                <a:effectLst/>
              </a:rPr>
              <a:t>GliMR</a:t>
            </a:r>
            <a:r>
              <a:rPr lang="en-US" sz="1400" i="1" dirty="0">
                <a:effectLst/>
              </a:rPr>
              <a:t>: Cross-Border Collaborations to Promote Advanced MRI Biomarkers for Glioma. J. Med. Biol. Eng. 41, 115–125. </a:t>
            </a:r>
            <a:r>
              <a:rPr lang="en-US" sz="1400" i="1" dirty="0">
                <a:effectLst/>
                <a:hlinkClick r:id="rId11"/>
              </a:rPr>
              <a:t>https://doi.org/10.1007/s40846-020-00582-z</a:t>
            </a:r>
            <a:endParaRPr lang="en-US" sz="1400" i="1" dirty="0">
              <a:effectLst/>
            </a:endParaRPr>
          </a:p>
          <a:p>
            <a:r>
              <a:rPr lang="en-US" sz="1400" i="1" dirty="0">
                <a:effectLst/>
              </a:rPr>
              <a:t>[2]</a:t>
            </a:r>
            <a:r>
              <a:rPr lang="en-US" sz="1400" i="1" dirty="0">
                <a:solidFill>
                  <a:srgbClr val="D6D3D1"/>
                </a:solidFill>
                <a:effectLst/>
              </a:rPr>
              <a:t> </a:t>
            </a:r>
            <a:r>
              <a:rPr lang="en-US" sz="1400" i="1" dirty="0">
                <a:solidFill>
                  <a:srgbClr val="60A5FA"/>
                </a:solidFill>
                <a:hlinkClick r:id="rId12"/>
              </a:rPr>
              <a:t>The Turing Way Community &amp; </a:t>
            </a:r>
            <a:r>
              <a:rPr lang="en-US" sz="1400" i="1" dirty="0" err="1">
                <a:solidFill>
                  <a:srgbClr val="60A5FA"/>
                </a:solidFill>
                <a:hlinkClick r:id="rId12"/>
              </a:rPr>
              <a:t>Scriberia</a:t>
            </a:r>
            <a:r>
              <a:rPr lang="en-US" sz="1400" i="1" dirty="0">
                <a:solidFill>
                  <a:srgbClr val="60A5FA"/>
                </a:solidFill>
                <a:hlinkClick r:id="rId12"/>
              </a:rPr>
              <a:t> (2024)</a:t>
            </a:r>
            <a:r>
              <a:rPr lang="en-US" sz="1400" i="1" dirty="0">
                <a:solidFill>
                  <a:srgbClr val="60A5FA"/>
                </a:solidFill>
              </a:rPr>
              <a:t> </a:t>
            </a:r>
            <a:r>
              <a:rPr lang="en-US" sz="1400" i="1" dirty="0"/>
              <a:t>https://doi.org/10.5281/ZENODO.3332807</a:t>
            </a:r>
          </a:p>
        </p:txBody>
      </p:sp>
    </p:spTree>
    <p:extLst>
      <p:ext uri="{BB962C8B-B14F-4D97-AF65-F5344CB8AC3E}">
        <p14:creationId xmlns:p14="http://schemas.microsoft.com/office/powerpoint/2010/main" val="532439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5CA21-CFEB-4616-8E06-4085022AF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6CF3F-1FA6-473E-8CDD-5B70A35C0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70" y="1354667"/>
            <a:ext cx="8593310" cy="5495145"/>
          </a:xfrm>
        </p:spPr>
        <p:txBody>
          <a:bodyPr>
            <a:normAutofit fontScale="40000" lnSpcReduction="20000"/>
          </a:bodyPr>
          <a:lstStyle/>
          <a:p>
            <a:r>
              <a:rPr lang="en-US" dirty="0">
                <a:effectLst/>
              </a:rPr>
              <a:t>Clement, P., Booth, T., </a:t>
            </a:r>
            <a:r>
              <a:rPr lang="en-US" dirty="0" err="1">
                <a:effectLst/>
              </a:rPr>
              <a:t>Borovečki</a:t>
            </a:r>
            <a:r>
              <a:rPr lang="en-US" dirty="0">
                <a:effectLst/>
              </a:rPr>
              <a:t>, F., Emblem, K.E., </a:t>
            </a:r>
            <a:r>
              <a:rPr lang="en-US" dirty="0" err="1">
                <a:effectLst/>
              </a:rPr>
              <a:t>Figueiredo</a:t>
            </a:r>
            <a:r>
              <a:rPr lang="en-US" dirty="0">
                <a:effectLst/>
              </a:rPr>
              <a:t>, P., </a:t>
            </a:r>
            <a:r>
              <a:rPr lang="en-US" dirty="0" err="1">
                <a:effectLst/>
              </a:rPr>
              <a:t>Hirschler</a:t>
            </a:r>
            <a:r>
              <a:rPr lang="en-US" dirty="0">
                <a:effectLst/>
              </a:rPr>
              <a:t>, L., </a:t>
            </a:r>
            <a:r>
              <a:rPr lang="en-US" dirty="0" err="1">
                <a:effectLst/>
              </a:rPr>
              <a:t>Jančálek</a:t>
            </a:r>
            <a:r>
              <a:rPr lang="en-US" dirty="0">
                <a:effectLst/>
              </a:rPr>
              <a:t>, R., Keil, V.C., </a:t>
            </a:r>
            <a:r>
              <a:rPr lang="en-US" dirty="0" err="1">
                <a:effectLst/>
              </a:rPr>
              <a:t>Maumet</a:t>
            </a:r>
            <a:r>
              <a:rPr lang="en-US" dirty="0">
                <a:effectLst/>
              </a:rPr>
              <a:t>, C., </a:t>
            </a:r>
            <a:r>
              <a:rPr lang="en-US" dirty="0" err="1">
                <a:effectLst/>
              </a:rPr>
              <a:t>Özsunar</a:t>
            </a:r>
            <a:r>
              <a:rPr lang="en-US" dirty="0">
                <a:effectLst/>
              </a:rPr>
              <a:t>, Y., </a:t>
            </a:r>
            <a:r>
              <a:rPr lang="en-US" dirty="0" err="1">
                <a:effectLst/>
              </a:rPr>
              <a:t>Pernet</a:t>
            </a:r>
            <a:r>
              <a:rPr lang="en-US" dirty="0">
                <a:effectLst/>
              </a:rPr>
              <a:t>, C., Petr, J., Pinto, J., Smits, M., </a:t>
            </a:r>
            <a:r>
              <a:rPr lang="en-US" dirty="0" err="1">
                <a:effectLst/>
              </a:rPr>
              <a:t>Warnert</a:t>
            </a:r>
            <a:r>
              <a:rPr lang="en-US" dirty="0">
                <a:effectLst/>
              </a:rPr>
              <a:t>, E.A.H., 2021. </a:t>
            </a:r>
            <a:r>
              <a:rPr lang="en-US" dirty="0" err="1">
                <a:effectLst/>
              </a:rPr>
              <a:t>GliMR</a:t>
            </a:r>
            <a:r>
              <a:rPr lang="en-US" dirty="0">
                <a:effectLst/>
              </a:rPr>
              <a:t>: Cross-Border Collaborations to Promote Advanced MRI Biomarkers for Glioma. J. Med. Biol. Eng. 41, 115–125. </a:t>
            </a:r>
            <a:r>
              <a:rPr lang="en-US" dirty="0">
                <a:effectLst/>
                <a:hlinkClick r:id="rId2"/>
              </a:rPr>
              <a:t>https://doi.org/10.1007/s40846-020-00582-z</a:t>
            </a:r>
            <a:endParaRPr lang="en-US" dirty="0">
              <a:effectLst/>
            </a:endParaRPr>
          </a:p>
          <a:p>
            <a:r>
              <a:rPr lang="en-US" dirty="0" err="1">
                <a:effectLst/>
              </a:rPr>
              <a:t>Colavizza</a:t>
            </a:r>
            <a:r>
              <a:rPr lang="en-US" dirty="0">
                <a:effectLst/>
              </a:rPr>
              <a:t>, G., </a:t>
            </a:r>
            <a:r>
              <a:rPr lang="en-US" dirty="0" err="1">
                <a:effectLst/>
              </a:rPr>
              <a:t>Hrynaszkiewicz</a:t>
            </a:r>
            <a:r>
              <a:rPr lang="en-US" dirty="0">
                <a:effectLst/>
              </a:rPr>
              <a:t>, I., </a:t>
            </a:r>
            <a:r>
              <a:rPr lang="en-US" dirty="0" err="1">
                <a:effectLst/>
              </a:rPr>
              <a:t>Staden</a:t>
            </a:r>
            <a:r>
              <a:rPr lang="en-US" dirty="0">
                <a:effectLst/>
              </a:rPr>
              <a:t>, I., Whitaker, K., McGillivray, B., 2020. The citation advantage of linking publications to research data. PLOS ONE 15, e0230416. </a:t>
            </a:r>
            <a:r>
              <a:rPr lang="en-US" dirty="0">
                <a:effectLst/>
                <a:hlinkClick r:id="rId3"/>
              </a:rPr>
              <a:t>https://doi.org/10.1371/journal.pone.0230416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Community, T.T.W., 2025. The Turing Way: A handbook for reproducible, ethical and collaborative research. </a:t>
            </a:r>
            <a:r>
              <a:rPr lang="en-US" dirty="0">
                <a:effectLst/>
                <a:hlinkClick r:id="rId4"/>
              </a:rPr>
              <a:t>https://doi.org/10.5281/zenodo.15213042</a:t>
            </a:r>
            <a:endParaRPr lang="en-US" dirty="0">
              <a:effectLst/>
            </a:endParaRPr>
          </a:p>
          <a:p>
            <a:r>
              <a:rPr lang="en-US" dirty="0" err="1">
                <a:effectLst/>
              </a:rPr>
              <a:t>Frässle</a:t>
            </a:r>
            <a:r>
              <a:rPr lang="en-US" dirty="0">
                <a:effectLst/>
              </a:rPr>
              <a:t>, S., Aponte, E.A., Bollmann, S., </a:t>
            </a:r>
            <a:r>
              <a:rPr lang="en-US" dirty="0" err="1">
                <a:effectLst/>
              </a:rPr>
              <a:t>Brodersen</a:t>
            </a:r>
            <a:r>
              <a:rPr lang="en-US" dirty="0">
                <a:effectLst/>
              </a:rPr>
              <a:t>, K.H., Do, C.T., Harrison, O.K., Harrison, S.J., </a:t>
            </a:r>
            <a:r>
              <a:rPr lang="en-US" dirty="0" err="1">
                <a:effectLst/>
              </a:rPr>
              <a:t>Heinzle</a:t>
            </a:r>
            <a:r>
              <a:rPr lang="en-US" dirty="0">
                <a:effectLst/>
              </a:rPr>
              <a:t>, J., Iglesias, S., Kasper, L., </a:t>
            </a:r>
            <a:r>
              <a:rPr lang="en-US" dirty="0" err="1">
                <a:effectLst/>
              </a:rPr>
              <a:t>Lomakina</a:t>
            </a:r>
            <a:r>
              <a:rPr lang="en-US" dirty="0">
                <a:effectLst/>
              </a:rPr>
              <a:t>, E.I., </a:t>
            </a:r>
            <a:r>
              <a:rPr lang="en-US" dirty="0" err="1">
                <a:effectLst/>
              </a:rPr>
              <a:t>Mathys</a:t>
            </a:r>
            <a:r>
              <a:rPr lang="en-US" dirty="0">
                <a:effectLst/>
              </a:rPr>
              <a:t>, C., Müller-Schrader, M., Pereira, I., Petzschner, F.H., Raman, S., </a:t>
            </a:r>
            <a:r>
              <a:rPr lang="en-US" dirty="0" err="1">
                <a:effectLst/>
              </a:rPr>
              <a:t>Schöbi</a:t>
            </a:r>
            <a:r>
              <a:rPr lang="en-US" dirty="0">
                <a:effectLst/>
              </a:rPr>
              <a:t>, D., Toussaint, B., Weber, L.A., Yao, Y., Stephan, K.E., 2021. TAPAS: An Open-Source Software Package for Translational </a:t>
            </a:r>
            <a:r>
              <a:rPr lang="en-US" dirty="0" err="1">
                <a:effectLst/>
              </a:rPr>
              <a:t>Neuromodeling</a:t>
            </a:r>
            <a:r>
              <a:rPr lang="en-US" dirty="0">
                <a:effectLst/>
              </a:rPr>
              <a:t> and Computational Psychiatry. Front. Psychiatry 12. </a:t>
            </a:r>
            <a:r>
              <a:rPr lang="en-US" dirty="0">
                <a:effectLst/>
                <a:hlinkClick r:id="rId5"/>
              </a:rPr>
              <a:t>https://doi.org/10.3389/fpsyt.2021.680811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Gaspar, A., </a:t>
            </a:r>
            <a:r>
              <a:rPr lang="en-US" dirty="0" err="1">
                <a:effectLst/>
              </a:rPr>
              <a:t>Nagtegaal</a:t>
            </a:r>
            <a:r>
              <a:rPr lang="en-US" dirty="0">
                <a:effectLst/>
              </a:rPr>
              <a:t>, M., Santini, F., </a:t>
            </a:r>
            <a:r>
              <a:rPr lang="en-US" dirty="0" err="1">
                <a:effectLst/>
              </a:rPr>
              <a:t>Schauman</a:t>
            </a:r>
            <a:r>
              <a:rPr lang="en-US" dirty="0">
                <a:effectLst/>
              </a:rPr>
              <a:t>, S., </a:t>
            </a:r>
            <a:r>
              <a:rPr lang="en-US" dirty="0" err="1">
                <a:effectLst/>
              </a:rPr>
              <a:t>Shahdloo</a:t>
            </a:r>
            <a:r>
              <a:rPr lang="en-US" dirty="0">
                <a:effectLst/>
              </a:rPr>
              <a:t>, M., Van </a:t>
            </a:r>
            <a:r>
              <a:rPr lang="en-US" dirty="0" err="1">
                <a:effectLst/>
              </a:rPr>
              <a:t>Houdt</a:t>
            </a:r>
            <a:r>
              <a:rPr lang="en-US" dirty="0">
                <a:effectLst/>
              </a:rPr>
              <a:t>, P.J., Wang, Y.-F., Webb, A., 2025. Advancing MRI, together: open science in MR research. </a:t>
            </a:r>
            <a:r>
              <a:rPr lang="en-US" dirty="0" err="1">
                <a:effectLst/>
              </a:rPr>
              <a:t>Magn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Reson</a:t>
            </a:r>
            <a:r>
              <a:rPr lang="en-US" dirty="0">
                <a:effectLst/>
              </a:rPr>
              <a:t> Mater </a:t>
            </a:r>
            <a:r>
              <a:rPr lang="en-US" dirty="0" err="1">
                <a:effectLst/>
              </a:rPr>
              <a:t>Phy</a:t>
            </a:r>
            <a:r>
              <a:rPr lang="en-US" dirty="0">
                <a:effectLst/>
              </a:rPr>
              <a:t> 38, 635–638. </a:t>
            </a:r>
            <a:r>
              <a:rPr lang="en-US" dirty="0">
                <a:effectLst/>
                <a:hlinkClick r:id="rId6"/>
              </a:rPr>
              <a:t>https://doi.org/10.1007/s10334-025-01286-8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Ioannidis, J.P.A., 2005. Why Most Published Research Findings Are False. PLOS Medicine 2, e124. </a:t>
            </a:r>
            <a:r>
              <a:rPr lang="en-US" dirty="0">
                <a:effectLst/>
                <a:hlinkClick r:id="rId7"/>
              </a:rPr>
              <a:t>https://doi.org/10.1371/journal.pmed.0020124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Maier, O., </a:t>
            </a:r>
            <a:r>
              <a:rPr lang="en-US" dirty="0" err="1">
                <a:effectLst/>
              </a:rPr>
              <a:t>Baete</a:t>
            </a:r>
            <a:r>
              <a:rPr lang="en-US" dirty="0">
                <a:effectLst/>
              </a:rPr>
              <a:t>, S.H., </a:t>
            </a:r>
            <a:r>
              <a:rPr lang="en-US" dirty="0" err="1">
                <a:effectLst/>
              </a:rPr>
              <a:t>Fyrdahl</a:t>
            </a:r>
            <a:r>
              <a:rPr lang="en-US" dirty="0">
                <a:effectLst/>
              </a:rPr>
              <a:t>, A., </a:t>
            </a:r>
            <a:r>
              <a:rPr lang="en-US" dirty="0" err="1">
                <a:effectLst/>
              </a:rPr>
              <a:t>Hammernik</a:t>
            </a:r>
            <a:r>
              <a:rPr lang="en-US" dirty="0">
                <a:effectLst/>
              </a:rPr>
              <a:t>, K., </a:t>
            </a:r>
            <a:r>
              <a:rPr lang="en-US" dirty="0" err="1">
                <a:effectLst/>
              </a:rPr>
              <a:t>Harrevelt</a:t>
            </a:r>
            <a:r>
              <a:rPr lang="en-US" dirty="0">
                <a:effectLst/>
              </a:rPr>
              <a:t>, S., Kasper, L., </a:t>
            </a:r>
            <a:r>
              <a:rPr lang="en-US" dirty="0" err="1">
                <a:effectLst/>
              </a:rPr>
              <a:t>Karakuzu</a:t>
            </a:r>
            <a:r>
              <a:rPr lang="en-US" dirty="0">
                <a:effectLst/>
              </a:rPr>
              <a:t>, A., </a:t>
            </a:r>
            <a:r>
              <a:rPr lang="en-US" dirty="0" err="1">
                <a:effectLst/>
              </a:rPr>
              <a:t>Loecher</a:t>
            </a:r>
            <a:r>
              <a:rPr lang="en-US" dirty="0">
                <a:effectLst/>
              </a:rPr>
              <a:t>, M., </a:t>
            </a:r>
            <a:r>
              <a:rPr lang="en-US" dirty="0" err="1">
                <a:effectLst/>
              </a:rPr>
              <a:t>Patzig</a:t>
            </a:r>
            <a:r>
              <a:rPr lang="en-US" dirty="0">
                <a:effectLst/>
              </a:rPr>
              <a:t>, F., Tian, Y., Wang, K., </a:t>
            </a:r>
            <a:r>
              <a:rPr lang="en-US" dirty="0" err="1">
                <a:effectLst/>
              </a:rPr>
              <a:t>Gallichan</a:t>
            </a:r>
            <a:r>
              <a:rPr lang="en-US" dirty="0">
                <a:effectLst/>
              </a:rPr>
              <a:t>, D., </a:t>
            </a:r>
            <a:r>
              <a:rPr lang="en-US" dirty="0" err="1">
                <a:effectLst/>
              </a:rPr>
              <a:t>Uecker</a:t>
            </a:r>
            <a:r>
              <a:rPr lang="en-US" dirty="0">
                <a:effectLst/>
              </a:rPr>
              <a:t>, M., Knoll, F., 2021. CG-SENSE revisited: Results from the first ISMRM reproducibility challenge. Magnetic Resonance in Medicine 85, 1821–1839. </a:t>
            </a:r>
            <a:r>
              <a:rPr lang="en-US" dirty="0">
                <a:effectLst/>
                <a:hlinkClick r:id="rId8"/>
              </a:rPr>
              <a:t>https://doi.org/10.1002/mrm.28569</a:t>
            </a:r>
            <a:endParaRPr lang="en-US" dirty="0">
              <a:effectLst/>
            </a:endParaRPr>
          </a:p>
          <a:p>
            <a:r>
              <a:rPr lang="en-US" dirty="0" err="1">
                <a:effectLst/>
              </a:rPr>
              <a:t>Markowetz</a:t>
            </a:r>
            <a:r>
              <a:rPr lang="en-US" dirty="0">
                <a:effectLst/>
              </a:rPr>
              <a:t>, F., 2015. Five selfish reasons to work reproducibly. Genome Biol 16, 274. </a:t>
            </a:r>
            <a:r>
              <a:rPr lang="en-US" dirty="0">
                <a:effectLst/>
                <a:hlinkClick r:id="rId9"/>
              </a:rPr>
              <a:t>https://doi.org/10.1186/s13059-015-0850-7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Masum, H., Rao, A., Good, B.M., Todd, M.H., Edwards, A.M., Chan, L., Bunin, B.A.,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, A.I., Thomas, Z., </a:t>
            </a:r>
            <a:r>
              <a:rPr lang="en-US" dirty="0" err="1">
                <a:effectLst/>
              </a:rPr>
              <a:t>Bourne</a:t>
            </a:r>
            <a:r>
              <a:rPr lang="en-US" dirty="0">
                <a:effectLst/>
              </a:rPr>
              <a:t>, P.E., 2013. Ten Simple Rules for Cultivating Open Science and Collaborative R&amp;D. PLOS Computational Biology 9, e1003244. </a:t>
            </a:r>
            <a:r>
              <a:rPr lang="en-US" dirty="0">
                <a:effectLst/>
                <a:hlinkClick r:id="rId10"/>
              </a:rPr>
              <a:t>https://doi.org/10.1371/journal.pcbi.1003244</a:t>
            </a:r>
            <a:endParaRPr lang="en-US" dirty="0">
              <a:effectLst/>
            </a:endParaRPr>
          </a:p>
          <a:p>
            <a:r>
              <a:rPr lang="en-US" dirty="0" err="1">
                <a:effectLst/>
              </a:rPr>
              <a:t>Maumet</a:t>
            </a:r>
            <a:r>
              <a:rPr lang="en-US" dirty="0">
                <a:effectLst/>
              </a:rPr>
              <a:t>, C., n.d. Open science practices for keeping inventions alive after project ends. Statistical analysis. </a:t>
            </a:r>
            <a:r>
              <a:rPr lang="en-US" dirty="0">
                <a:effectLst/>
                <a:hlinkClick r:id="rId11"/>
              </a:rPr>
              <a:t>https://inria.hal.science/hal-04236827v1/file/Maumet_ESMRMB_keeping%20inventions%20alive%20after%20project%20ends.pdf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New Linux Foundation Report Shows Active Open Source Contribution Delivers 2-5x ROI, While Passive Consumption Increases Costly Technical Debt [WWW Document], n.d. URL </a:t>
            </a:r>
            <a:r>
              <a:rPr lang="en-US" dirty="0">
                <a:effectLst/>
                <a:hlinkClick r:id="rId12"/>
              </a:rPr>
              <a:t>https://www.linuxfoundation.org/press/new-linux-foundation-report-shows-active-open-source-contribution-delivers-2-5x-roi-while-passive-consumption-increases-costly-technical-debt</a:t>
            </a:r>
            <a:r>
              <a:rPr lang="en-US" dirty="0">
                <a:effectLst/>
              </a:rPr>
              <a:t> (accessed 3.2.26).</a:t>
            </a:r>
          </a:p>
          <a:p>
            <a:r>
              <a:rPr lang="en-US" dirty="0" err="1">
                <a:effectLst/>
              </a:rPr>
              <a:t>Pariente</a:t>
            </a:r>
            <a:r>
              <a:rPr lang="en-US" dirty="0">
                <a:effectLst/>
              </a:rPr>
              <a:t>, N., Cadwallader, L., Editors, on behalf of the P.B.S., 2026. Formalizing our commitment to code sharing. PLOS Biology 24, e3003678. </a:t>
            </a:r>
            <a:r>
              <a:rPr lang="en-US" dirty="0">
                <a:effectLst/>
                <a:hlinkClick r:id="rId13"/>
              </a:rPr>
              <a:t>https://doi.org/10.1371/journal.pbio.3003678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Pereira, I., </a:t>
            </a:r>
            <a:r>
              <a:rPr lang="en-US" dirty="0" err="1">
                <a:effectLst/>
              </a:rPr>
              <a:t>Galioulline</a:t>
            </a:r>
            <a:r>
              <a:rPr lang="en-US" dirty="0">
                <a:effectLst/>
              </a:rPr>
              <a:t>, H., </a:t>
            </a:r>
            <a:r>
              <a:rPr lang="en-US" dirty="0" err="1">
                <a:effectLst/>
              </a:rPr>
              <a:t>Enz</a:t>
            </a:r>
            <a:r>
              <a:rPr lang="en-US" dirty="0">
                <a:effectLst/>
              </a:rPr>
              <a:t>, R., Hess, A., Müller-Schrader, M., Von Werder, D., </a:t>
            </a:r>
            <a:r>
              <a:rPr lang="en-US" dirty="0" err="1">
                <a:effectLst/>
              </a:rPr>
              <a:t>Kertesz</a:t>
            </a:r>
            <a:r>
              <a:rPr lang="en-US" dirty="0">
                <a:effectLst/>
              </a:rPr>
              <a:t>, I., </a:t>
            </a:r>
            <a:r>
              <a:rPr lang="en-US" dirty="0" err="1">
                <a:effectLst/>
              </a:rPr>
              <a:t>Schönleitner</a:t>
            </a:r>
            <a:r>
              <a:rPr lang="en-US" dirty="0">
                <a:effectLst/>
              </a:rPr>
              <a:t>, F., Brand, K., Kasper, L., Weber, L., Petzschner, F., Iglesias, S., </a:t>
            </a:r>
            <a:r>
              <a:rPr lang="en-US" dirty="0" err="1">
                <a:effectLst/>
              </a:rPr>
              <a:t>Heinzle</a:t>
            </a:r>
            <a:r>
              <a:rPr lang="en-US" dirty="0">
                <a:effectLst/>
              </a:rPr>
              <a:t>, J., Stephan, K., 2025a. Structured Code Review in Translational </a:t>
            </a:r>
            <a:r>
              <a:rPr lang="en-US" dirty="0" err="1">
                <a:effectLst/>
              </a:rPr>
              <a:t>Neuromodeling</a:t>
            </a:r>
            <a:r>
              <a:rPr lang="en-US" dirty="0">
                <a:effectLst/>
              </a:rPr>
              <a:t> and Computational Psychiatry. </a:t>
            </a:r>
            <a:r>
              <a:rPr lang="en-US" dirty="0">
                <a:effectLst/>
                <a:hlinkClick r:id="rId14"/>
              </a:rPr>
              <a:t>https://doi.org/10.20944/preprints202510.0133.v1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Pereira, I., </a:t>
            </a:r>
            <a:r>
              <a:rPr lang="en-US" dirty="0" err="1">
                <a:effectLst/>
              </a:rPr>
              <a:t>Galioulline</a:t>
            </a:r>
            <a:r>
              <a:rPr lang="en-US" dirty="0">
                <a:effectLst/>
              </a:rPr>
              <a:t>, H., </a:t>
            </a:r>
            <a:r>
              <a:rPr lang="en-US" dirty="0" err="1">
                <a:effectLst/>
              </a:rPr>
              <a:t>Enz</a:t>
            </a:r>
            <a:r>
              <a:rPr lang="en-US" dirty="0">
                <a:effectLst/>
              </a:rPr>
              <a:t>, R., Hess, A., Müller-Schrader, M., Von Werder, D., </a:t>
            </a:r>
            <a:r>
              <a:rPr lang="en-US" dirty="0" err="1">
                <a:effectLst/>
              </a:rPr>
              <a:t>Kertesz</a:t>
            </a:r>
            <a:r>
              <a:rPr lang="en-US" dirty="0">
                <a:effectLst/>
              </a:rPr>
              <a:t>, I., </a:t>
            </a:r>
            <a:r>
              <a:rPr lang="en-US" dirty="0" err="1">
                <a:effectLst/>
              </a:rPr>
              <a:t>Schönleitner</a:t>
            </a:r>
            <a:r>
              <a:rPr lang="en-US" dirty="0">
                <a:effectLst/>
              </a:rPr>
              <a:t>, F., Mellor, S., Brand, K., Kasper, L., Weber, L., Petzschner, F., Iglesias, S., </a:t>
            </a:r>
            <a:r>
              <a:rPr lang="en-US" dirty="0" err="1">
                <a:effectLst/>
              </a:rPr>
              <a:t>Heinzle</a:t>
            </a:r>
            <a:r>
              <a:rPr lang="en-US" dirty="0">
                <a:effectLst/>
              </a:rPr>
              <a:t>, J., Stephan, K., 2025b. Structured Code Review in Mental Health Research. </a:t>
            </a:r>
            <a:r>
              <a:rPr lang="en-US" dirty="0">
                <a:effectLst/>
                <a:hlinkClick r:id="rId15"/>
              </a:rPr>
              <a:t>https://doi.org/10.20944/preprints202510.0133.v2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Reproducibility and Quality Assurance [WWW Document], n.d. . SpringerLink. URL </a:t>
            </a:r>
            <a:r>
              <a:rPr lang="en-US" dirty="0">
                <a:effectLst/>
                <a:hlinkClick r:id="rId16"/>
              </a:rPr>
              <a:t>https://link.springer.com/collections/ehhdhbedab</a:t>
            </a:r>
            <a:r>
              <a:rPr lang="en-US" dirty="0">
                <a:effectLst/>
              </a:rPr>
              <a:t> (accessed 2.27.26).</a:t>
            </a:r>
          </a:p>
          <a:p>
            <a:r>
              <a:rPr lang="en-US" dirty="0">
                <a:effectLst/>
              </a:rPr>
              <a:t>Tamir, J.I., Blumenthal, M., Wang, J., Oved, T., </a:t>
            </a:r>
            <a:r>
              <a:rPr lang="en-US" dirty="0" err="1">
                <a:effectLst/>
              </a:rPr>
              <a:t>Shimron</a:t>
            </a:r>
            <a:r>
              <a:rPr lang="en-US" dirty="0">
                <a:effectLst/>
              </a:rPr>
              <a:t>, E., </a:t>
            </a:r>
            <a:r>
              <a:rPr lang="en-US" dirty="0" err="1">
                <a:effectLst/>
              </a:rPr>
              <a:t>Zaiss</a:t>
            </a:r>
            <a:r>
              <a:rPr lang="en-US" dirty="0">
                <a:effectLst/>
              </a:rPr>
              <a:t>, M., 2025. MRI acquisition and reconstruction cookbook: recipes for reproducibility, served with real-world </a:t>
            </a:r>
            <a:r>
              <a:rPr lang="en-US" dirty="0" err="1">
                <a:effectLst/>
              </a:rPr>
              <a:t>flavour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Magn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Reson</a:t>
            </a:r>
            <a:r>
              <a:rPr lang="en-US" dirty="0">
                <a:effectLst/>
              </a:rPr>
              <a:t> Mater </a:t>
            </a:r>
            <a:r>
              <a:rPr lang="en-US" dirty="0" err="1">
                <a:effectLst/>
              </a:rPr>
              <a:t>Phy</a:t>
            </a:r>
            <a:r>
              <a:rPr lang="en-US" dirty="0">
                <a:effectLst/>
              </a:rPr>
              <a:t> 38, 367–385. </a:t>
            </a:r>
            <a:r>
              <a:rPr lang="en-US" dirty="0">
                <a:effectLst/>
                <a:hlinkClick r:id="rId17"/>
              </a:rPr>
              <a:t>https://doi.org/10.1007/s10334-025-01236-4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The Turing Way [WWW Document], n.d. URL </a:t>
            </a:r>
            <a:r>
              <a:rPr lang="en-US" dirty="0">
                <a:effectLst/>
                <a:hlinkClick r:id="rId18"/>
              </a:rPr>
              <a:t>https://book.the-turing-way.org/</a:t>
            </a:r>
            <a:r>
              <a:rPr lang="en-US" dirty="0">
                <a:effectLst/>
              </a:rPr>
              <a:t> (accessed 3.2.26).</a:t>
            </a:r>
          </a:p>
          <a:p>
            <a:r>
              <a:rPr lang="en-US" dirty="0">
                <a:effectLst/>
              </a:rPr>
              <a:t>Zuckerman, A.L., Faber, S., Shen, K., McIntosh, A.R., </a:t>
            </a:r>
            <a:r>
              <a:rPr lang="en-US" dirty="0" err="1">
                <a:effectLst/>
              </a:rPr>
              <a:t>Juavinett</a:t>
            </a:r>
            <a:r>
              <a:rPr lang="en-US" dirty="0">
                <a:effectLst/>
              </a:rPr>
              <a:t>, A.L., 2026. Ten simple rules for building a collaborative coding culture. PLOS Computational Biology 22, e1013970. </a:t>
            </a:r>
            <a:r>
              <a:rPr lang="en-US" dirty="0">
                <a:effectLst/>
                <a:hlinkClick r:id="rId19"/>
              </a:rPr>
              <a:t>https://doi.org/10.1371/journal.pcbi.1013970</a:t>
            </a:r>
            <a:endParaRPr lang="en-US" dirty="0">
              <a:effectLst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992F0-F687-40D9-BE84-A2BAFDFB5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A0C4B-D1F1-43FE-ABB4-78F743970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AAB10-3634-4FF1-91AC-7412756D3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12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76296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5CA21-CFEB-4616-8E06-4085022AF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II – Easy Listening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6CF3F-1FA6-473E-8CDD-5B70A35C0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70" y="1354667"/>
            <a:ext cx="8837866" cy="5495145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MRI Together 2021 - Opening (Atlantic) - Introduction to Open Science... (C. Gould van </a:t>
            </a:r>
            <a:r>
              <a:rPr lang="en-US" dirty="0" err="1">
                <a:hlinkClick r:id="rId2"/>
              </a:rPr>
              <a:t>Praag</a:t>
            </a:r>
            <a:r>
              <a:rPr lang="en-US" dirty="0">
                <a:hlinkClick r:id="rId2"/>
              </a:rPr>
              <a:t>)</a:t>
            </a:r>
            <a:endParaRPr lang="en-US" dirty="0"/>
          </a:p>
          <a:p>
            <a:pPr lvl="1"/>
            <a:r>
              <a:rPr lang="en-US" i="1" dirty="0">
                <a:effectLst/>
              </a:rPr>
              <a:t>A much </a:t>
            </a:r>
            <a:r>
              <a:rPr lang="en-US" i="1" dirty="0"/>
              <a:t>more in-depth introduction on open science and its development</a:t>
            </a:r>
          </a:p>
          <a:p>
            <a:r>
              <a:rPr lang="en-US" dirty="0">
                <a:hlinkClick r:id="rId3"/>
              </a:rPr>
              <a:t>MRITogether2024-S7T1: Open Science and Data Sharing using the CAMH </a:t>
            </a:r>
            <a:r>
              <a:rPr lang="en-US" dirty="0" err="1">
                <a:hlinkClick r:id="rId3"/>
              </a:rPr>
              <a:t>BrainHealth</a:t>
            </a:r>
            <a:r>
              <a:rPr lang="en-US" dirty="0">
                <a:hlinkClick r:id="rId3"/>
              </a:rPr>
              <a:t> Databank</a:t>
            </a:r>
            <a:r>
              <a:rPr lang="en-US" dirty="0"/>
              <a:t> (Nicole </a:t>
            </a:r>
            <a:r>
              <a:rPr lang="en-US" dirty="0" err="1"/>
              <a:t>Schoer</a:t>
            </a:r>
            <a:r>
              <a:rPr lang="en-US" dirty="0"/>
              <a:t>)</a:t>
            </a:r>
          </a:p>
          <a:p>
            <a:pPr lvl="1"/>
            <a:r>
              <a:rPr lang="en-US" i="1" dirty="0"/>
              <a:t>Data Sharing – Legal Concerns; Example for North America (mental health)</a:t>
            </a:r>
          </a:p>
          <a:p>
            <a:r>
              <a:rPr lang="en-US" dirty="0">
                <a:hlinkClick r:id="rId4"/>
              </a:rPr>
              <a:t>MRI Together 2023 - Session 6 Talk 4 - </a:t>
            </a:r>
            <a:r>
              <a:rPr lang="en-US" dirty="0" err="1">
                <a:hlinkClick r:id="rId4"/>
              </a:rPr>
              <a:t>PhysIO</a:t>
            </a:r>
            <a:r>
              <a:rPr lang="en-US" dirty="0">
                <a:hlinkClick r:id="rId4"/>
              </a:rPr>
              <a:t>, </a:t>
            </a:r>
            <a:r>
              <a:rPr lang="en-US" dirty="0" err="1">
                <a:hlinkClick r:id="rId4"/>
              </a:rPr>
              <a:t>UniQC</a:t>
            </a:r>
            <a:r>
              <a:rPr lang="en-US" dirty="0">
                <a:hlinkClick r:id="rId4"/>
              </a:rPr>
              <a:t> and a </a:t>
            </a:r>
            <a:r>
              <a:rPr lang="en-US" dirty="0" err="1">
                <a:hlinkClick r:id="rId4"/>
              </a:rPr>
              <a:t>TAPAStry</a:t>
            </a:r>
            <a:r>
              <a:rPr lang="en-US" dirty="0">
                <a:hlinkClick r:id="rId4"/>
              </a:rPr>
              <a:t> of Tools... (L. Kasper)</a:t>
            </a:r>
            <a:endParaRPr lang="en-US" dirty="0"/>
          </a:p>
          <a:p>
            <a:pPr lvl="1"/>
            <a:r>
              <a:rPr lang="en-US" i="1" dirty="0">
                <a:effectLst/>
              </a:rPr>
              <a:t>An intro i</a:t>
            </a:r>
            <a:r>
              <a:rPr lang="en-US" i="1" dirty="0"/>
              <a:t>nto open-source tools and their development </a:t>
            </a:r>
            <a:r>
              <a:rPr lang="en-US" i="1" dirty="0" err="1"/>
              <a:t>philopsophy</a:t>
            </a:r>
            <a:r>
              <a:rPr lang="en-US" i="1" dirty="0"/>
              <a:t> I am heavily involved in</a:t>
            </a:r>
            <a:endParaRPr lang="en-US" i="1" dirty="0">
              <a:effectLst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992F0-F687-40D9-BE84-A2BAFDFB5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A0C4B-D1F1-43FE-ABB4-78F743970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AAB10-3634-4FF1-91AC-7412756D3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13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54094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D00AB-5601-488E-AD88-E3BB0B08E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for your attention!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887FE-DF65-40D1-AE48-07F7C62DE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@mrikasper</a:t>
            </a:r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CDFA8-A8E7-44BC-98BE-4823425D1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Importance and Benefits of Open Science - MR in RT SG Virtual Meeting</a:t>
            </a:r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55C52-A036-47C5-818C-AE0FA6A5E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313B86-7CAF-4114-ADFC-A0212D021EF5}" type="slidenum">
              <a:rPr lang="pt-PT" smtClean="0"/>
              <a:pPr>
                <a:defRPr/>
              </a:pPr>
              <a:t>14</a:t>
            </a:fld>
            <a:endParaRPr lang="pt-PT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8061BCC-3D9F-4D0C-A1E0-73DA716D294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77863" y="2160588"/>
            <a:ext cx="8593137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/>
              <a:t>Finally: The slides in this presentation are openly licensed (CC-BY 4.0). </a:t>
            </a:r>
            <a:br>
              <a:rPr lang="en-US" sz="1400" i="1" dirty="0"/>
            </a:br>
            <a:r>
              <a:rPr lang="en-US" sz="1400" i="1" dirty="0"/>
              <a:t>Please reuse, adapt, improve.</a:t>
            </a:r>
            <a:endParaRPr lang="en-US" sz="1400" dirty="0"/>
          </a:p>
          <a:p>
            <a:pPr rtl="0"/>
            <a:r>
              <a:rPr lang="en-US" sz="1400" i="1" dirty="0"/>
              <a:t>© 2026 Lars Kasper — CC BY 4.0</a:t>
            </a:r>
            <a:br>
              <a:rPr lang="en-US" sz="1400" i="1" dirty="0"/>
            </a:br>
            <a:r>
              <a:rPr lang="en-US" sz="1400" i="1" dirty="0">
                <a:hlinkClick r:id="rId2"/>
              </a:rPr>
              <a:t>https://creativecommons.org/licenses/by/4.0/</a:t>
            </a:r>
            <a:endParaRPr lang="en-US" sz="1400" i="1" dirty="0"/>
          </a:p>
          <a:p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2613543672"/>
      </p:ext>
    </p:extLst>
  </p:cSld>
  <p:clrMapOvr>
    <a:masterClrMapping/>
  </p:clrMapOvr>
</p:sld>
</file>

<file path=ppt/theme/theme1.xml><?xml version="1.0" encoding="utf-8"?>
<a:theme xmlns:a="http://schemas.openxmlformats.org/drawingml/2006/main" name="2_Facet">
  <a:themeElements>
    <a:clrScheme name="ToNI Colors">
      <a:dk1>
        <a:sysClr val="windowText" lastClr="000000"/>
      </a:dk1>
      <a:lt1>
        <a:sysClr val="window" lastClr="FFFFFF"/>
      </a:lt1>
      <a:dk2>
        <a:srgbClr val="3BAFC0"/>
      </a:dk2>
      <a:lt2>
        <a:srgbClr val="48E3DB"/>
      </a:lt2>
      <a:accent1>
        <a:srgbClr val="0070C0"/>
      </a:accent1>
      <a:accent2>
        <a:srgbClr val="17406D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ToNI Montserrrat">
      <a:majorFont>
        <a:latin typeface="Montserrat SemiBold"/>
        <a:ea typeface=""/>
        <a:cs typeface=""/>
      </a:majorFont>
      <a:minorFont>
        <a:latin typeface="Montserrat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4_ToNI_SlideTemplate.pptx" id="{E965CB69-33F1-460C-922A-0D042FBC7C79}" vid="{393B2A50-65EF-4ACA-BF02-2C0CF5F3F00F}"/>
    </a:ext>
  </a:extLst>
</a:theme>
</file>

<file path=ppt/theme/theme2.xml><?xml version="1.0" encoding="utf-8"?>
<a:theme xmlns:a="http://schemas.openxmlformats.org/drawingml/2006/main" name="3_Facet">
  <a:themeElements>
    <a:clrScheme name="ToNI Colors">
      <a:dk1>
        <a:sysClr val="windowText" lastClr="000000"/>
      </a:dk1>
      <a:lt1>
        <a:sysClr val="window" lastClr="FFFFFF"/>
      </a:lt1>
      <a:dk2>
        <a:srgbClr val="3BAFC0"/>
      </a:dk2>
      <a:lt2>
        <a:srgbClr val="48E3DB"/>
      </a:lt2>
      <a:accent1>
        <a:srgbClr val="0070C0"/>
      </a:accent1>
      <a:accent2>
        <a:srgbClr val="17406D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1-12-01_BRAIN-TO_AcceptanceTesting_SiemensPrisma3T_TWH_v2.pptx" id="{83F90C7E-11DA-4B84-BA78-A920959D057D}" vid="{C5CE814B-9A0A-4986-8BF9-27786EDE8684}"/>
    </a:ext>
  </a:extLst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DA70862087C2438E6A6FDBC48BA4EB" ma:contentTypeVersion="15" ma:contentTypeDescription="Create a new document." ma:contentTypeScope="" ma:versionID="7622c2f71c5546d6c70ee9f53c65e77a">
  <xsd:schema xmlns:xsd="http://www.w3.org/2001/XMLSchema" xmlns:xs="http://www.w3.org/2001/XMLSchema" xmlns:p="http://schemas.microsoft.com/office/2006/metadata/properties" xmlns:ns2="ff341ed1-af7a-4b50-8a63-99fdd8bf1eeb" xmlns:ns3="342b75e3-001e-4277-b418-0e220d94fbd6" targetNamespace="http://schemas.microsoft.com/office/2006/metadata/properties" ma:root="true" ma:fieldsID="28827ce52911473ddf9ca571905389ac" ns2:_="" ns3:_="">
    <xsd:import namespace="ff341ed1-af7a-4b50-8a63-99fdd8bf1eeb"/>
    <xsd:import namespace="342b75e3-001e-4277-b418-0e220d94fb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341ed1-af7a-4b50-8a63-99fdd8bf1e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fe164b29-4069-4387-b6aa-f01f2a1f47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2b75e3-001e-4277-b418-0e220d94fbd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41b5cca-ad7b-4625-88d4-848d9ecaf047}" ma:internalName="TaxCatchAll" ma:showField="CatchAllData" ma:web="342b75e3-001e-4277-b418-0e220d94fb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f341ed1-af7a-4b50-8a63-99fdd8bf1eeb">
      <Terms xmlns="http://schemas.microsoft.com/office/infopath/2007/PartnerControls"/>
    </lcf76f155ced4ddcb4097134ff3c332f>
    <TaxCatchAll xmlns="342b75e3-001e-4277-b418-0e220d94fbd6" xsi:nil="true"/>
  </documentManagement>
</p:properties>
</file>

<file path=customXml/itemProps1.xml><?xml version="1.0" encoding="utf-8"?>
<ds:datastoreItem xmlns:ds="http://schemas.openxmlformats.org/officeDocument/2006/customXml" ds:itemID="{1F00993A-EB94-4798-8712-345BEF52F4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341ed1-af7a-4b50-8a63-99fdd8bf1eeb"/>
    <ds:schemaRef ds:uri="342b75e3-001e-4277-b418-0e220d94fb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03C6F6B-B419-4748-B09D-675BEA160B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39E76E-0577-4F93-BCCA-FE0D65440205}">
  <ds:schemaRefs>
    <ds:schemaRef ds:uri="0a2629ed-394c-4978-9cbc-e8c48a6ccb73"/>
    <ds:schemaRef ds:uri="18fb77d5-e434-4ed7-9098-122af51757f5"/>
    <ds:schemaRef ds:uri="342b75e3-001e-4277-b418-0e220d94fbd6"/>
    <ds:schemaRef ds:uri="ff341ed1-af7a-4b50-8a63-99fdd8bf1ee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2024_ToNI_SlideTemplate</Template>
  <TotalTime>14500</TotalTime>
  <Words>4102</Words>
  <Application>Microsoft Office PowerPoint</Application>
  <PresentationFormat>Custom</PresentationFormat>
  <Paragraphs>290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Avenir LT 35 Light</vt:lpstr>
      <vt:lpstr>Calibri</vt:lpstr>
      <vt:lpstr>Montserrat</vt:lpstr>
      <vt:lpstr>Montserrat SemiBold</vt:lpstr>
      <vt:lpstr>Trebuchet MS</vt:lpstr>
      <vt:lpstr>Wingdings 3</vt:lpstr>
      <vt:lpstr>2_Facet</vt:lpstr>
      <vt:lpstr>3_Facet</vt:lpstr>
      <vt:lpstr>The Importance and Benefits of Open Science  Practical Lessons for Sustainable MR Research</vt:lpstr>
      <vt:lpstr>PowerPoint Presentation</vt:lpstr>
      <vt:lpstr>Why I care about this …</vt:lpstr>
      <vt:lpstr>What is Open Science?</vt:lpstr>
      <vt:lpstr>Example (Step 2): FAIR Data &amp; Code</vt:lpstr>
      <vt:lpstr>Why Open Science?</vt:lpstr>
      <vt:lpstr>Practical Lesson 1: Reduce Friction - Efficiency &amp; Error Reduction  </vt:lpstr>
      <vt:lpstr>Practical Lesson 2: Enable Sustainability Collaboration &amp; Continuity   </vt:lpstr>
      <vt:lpstr>Practical Lesson 3: Increase Leverage Impact &amp; Influence    </vt:lpstr>
      <vt:lpstr>The lids on unopened science – What is holding us back?</vt:lpstr>
      <vt:lpstr>Getting started with Open Science Today</vt:lpstr>
      <vt:lpstr>Resources I</vt:lpstr>
      <vt:lpstr>Resources II – Easy Listening</vt:lpstr>
      <vt:lpstr>Thank you for your attention!</vt:lpstr>
    </vt:vector>
  </TitlesOfParts>
  <Company>ETH Zuerich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2 Operator Meeting</dc:title>
  <dc:creator>Lars Kasper</dc:creator>
  <cp:lastModifiedBy>Lars Kasper</cp:lastModifiedBy>
  <cp:revision>21</cp:revision>
  <cp:lastPrinted>2013-06-08T11:22:51Z</cp:lastPrinted>
  <dcterms:created xsi:type="dcterms:W3CDTF">2024-09-19T15:12:38Z</dcterms:created>
  <dcterms:modified xsi:type="dcterms:W3CDTF">2026-03-02T20:40:11Z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0x01010094DA70862087C2438E6A6FDBC48BA4EB</vt:lpwstr>
  </property>
  <property fmtid="{D5CDD505-2E9C-101B-9397-08002B2CF9AE}" pid="3" name="MediaServiceImageTags">
    <vt:lpwstr/>
  </property>
</Properties>
</file>